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81" r:id="rId6"/>
    <p:sldId id="271" r:id="rId7"/>
    <p:sldId id="264" r:id="rId8"/>
    <p:sldId id="275" r:id="rId9"/>
    <p:sldId id="276" r:id="rId10"/>
    <p:sldId id="277" r:id="rId11"/>
    <p:sldId id="278" r:id="rId12"/>
    <p:sldId id="274" r:id="rId13"/>
    <p:sldId id="269" r:id="rId14"/>
    <p:sldId id="282" r:id="rId15"/>
    <p:sldId id="280" r:id="rId16"/>
    <p:sldId id="260" r:id="rId1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23DF0-99E5-1E6C-9576-9D4D9DE10431}" v="70" dt="2025-10-23T15:13:43.206"/>
    <p1510:client id="{4F62ABE0-3314-3F3A-F695-878C681455C1}" v="58" dt="2025-10-23T13:36:59.421"/>
    <p1510:client id="{6AF85326-2D19-9844-8E0A-F112AD07CA53}" v="28" dt="2025-10-23T19:13:56.313"/>
    <p1510:client id="{8EC21F6A-982D-074A-1635-8460CFFDB5AE}" v="2818" dt="2025-10-22T14:48:08.108"/>
    <p1510:client id="{A7D2395D-0F44-FE7C-BE5F-0DA55BD5FB27}" v="3" dt="2025-10-23T18:44:39.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3" autoAdjust="0"/>
    <p:restoredTop sz="94660"/>
  </p:normalViewPr>
  <p:slideViewPr>
    <p:cSldViewPr snapToGrid="0" showGuides="1">
      <p:cViewPr varScale="1">
        <p:scale>
          <a:sx n="79" d="100"/>
          <a:sy n="79" d="100"/>
        </p:scale>
        <p:origin x="12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F62ABE0-3314-3F3A-F695-878C681455C1}"/>
    <pc:docChg chg="modSld">
      <pc:chgData name="Guest User" userId="" providerId="Windows Live" clId="Web-{4F62ABE0-3314-3F3A-F695-878C681455C1}" dt="2025-10-23T13:39:34.376" v="41" actId="20577"/>
      <pc:docMkLst>
        <pc:docMk/>
      </pc:docMkLst>
      <pc:sldChg chg="modSp">
        <pc:chgData name="Guest User" userId="" providerId="Windows Live" clId="Web-{4F62ABE0-3314-3F3A-F695-878C681455C1}" dt="2025-10-23T13:29:56.646" v="1" actId="20577"/>
        <pc:sldMkLst>
          <pc:docMk/>
          <pc:sldMk cId="3357789086" sldId="257"/>
        </pc:sldMkLst>
        <pc:graphicFrameChg chg="modGraphic">
          <ac:chgData name="Guest User" userId="" providerId="Windows Live" clId="Web-{4F62ABE0-3314-3F3A-F695-878C681455C1}" dt="2025-10-23T13:29:56.646" v="1" actId="20577"/>
          <ac:graphicFrameMkLst>
            <pc:docMk/>
            <pc:sldMk cId="3357789086" sldId="257"/>
            <ac:graphicFrameMk id="5" creationId="{F65E6113-C9BE-37BD-61AF-54FFDE9AFCAF}"/>
          </ac:graphicFrameMkLst>
        </pc:graphicFrameChg>
      </pc:sldChg>
      <pc:sldChg chg="modSp">
        <pc:chgData name="Guest User" userId="" providerId="Windows Live" clId="Web-{4F62ABE0-3314-3F3A-F695-878C681455C1}" dt="2025-10-23T13:35:25.170" v="35" actId="20577"/>
        <pc:sldMkLst>
          <pc:docMk/>
          <pc:sldMk cId="3010862716" sldId="264"/>
        </pc:sldMkLst>
        <pc:spChg chg="mod">
          <ac:chgData name="Guest User" userId="" providerId="Windows Live" clId="Web-{4F62ABE0-3314-3F3A-F695-878C681455C1}" dt="2025-10-23T13:35:25.170" v="35" actId="20577"/>
          <ac:spMkLst>
            <pc:docMk/>
            <pc:sldMk cId="3010862716" sldId="264"/>
            <ac:spMk id="3" creationId="{9078B3A4-BE07-60ED-70BD-69E45EA84CD6}"/>
          </ac:spMkLst>
        </pc:spChg>
      </pc:sldChg>
      <pc:sldChg chg="modSp">
        <pc:chgData name="Guest User" userId="" providerId="Windows Live" clId="Web-{4F62ABE0-3314-3F3A-F695-878C681455C1}" dt="2025-10-23T13:32:04.634" v="3" actId="20577"/>
        <pc:sldMkLst>
          <pc:docMk/>
          <pc:sldMk cId="2275425050" sldId="270"/>
        </pc:sldMkLst>
        <pc:graphicFrameChg chg="modGraphic">
          <ac:chgData name="Guest User" userId="" providerId="Windows Live" clId="Web-{4F62ABE0-3314-3F3A-F695-878C681455C1}" dt="2025-10-23T13:32:04.634" v="3" actId="20577"/>
          <ac:graphicFrameMkLst>
            <pc:docMk/>
            <pc:sldMk cId="2275425050" sldId="270"/>
            <ac:graphicFrameMk id="23" creationId="{64E3FF9A-EE47-CB4F-3FFD-7DFC6D079687}"/>
          </ac:graphicFrameMkLst>
        </pc:graphicFrameChg>
      </pc:sldChg>
      <pc:sldChg chg="modSp">
        <pc:chgData name="Guest User" userId="" providerId="Windows Live" clId="Web-{4F62ABE0-3314-3F3A-F695-878C681455C1}" dt="2025-10-23T13:34:57.310" v="26" actId="20577"/>
        <pc:sldMkLst>
          <pc:docMk/>
          <pc:sldMk cId="4271592829" sldId="271"/>
        </pc:sldMkLst>
        <pc:spChg chg="mod">
          <ac:chgData name="Guest User" userId="" providerId="Windows Live" clId="Web-{4F62ABE0-3314-3F3A-F695-878C681455C1}" dt="2025-10-23T13:34:57.310" v="26" actId="20577"/>
          <ac:spMkLst>
            <pc:docMk/>
            <pc:sldMk cId="4271592829" sldId="271"/>
            <ac:spMk id="21" creationId="{6E5201EA-B9A8-EA15-7F98-DDF030BA8A87}"/>
          </ac:spMkLst>
        </pc:spChg>
      </pc:sldChg>
      <pc:sldChg chg="modSp">
        <pc:chgData name="Guest User" userId="" providerId="Windows Live" clId="Web-{4F62ABE0-3314-3F3A-F695-878C681455C1}" dt="2025-10-23T13:36:59.421" v="37" actId="20577"/>
        <pc:sldMkLst>
          <pc:docMk/>
          <pc:sldMk cId="1607912026" sldId="275"/>
        </pc:sldMkLst>
        <pc:spChg chg="mod">
          <ac:chgData name="Guest User" userId="" providerId="Windows Live" clId="Web-{4F62ABE0-3314-3F3A-F695-878C681455C1}" dt="2025-10-23T13:36:59.421" v="37" actId="20577"/>
          <ac:spMkLst>
            <pc:docMk/>
            <pc:sldMk cId="1607912026" sldId="275"/>
            <ac:spMk id="3" creationId="{98CB5E09-523C-9F79-43DD-37813D7418E2}"/>
          </ac:spMkLst>
        </pc:spChg>
      </pc:sldChg>
      <pc:sldChg chg="modSp">
        <pc:chgData name="Guest User" userId="" providerId="Windows Live" clId="Web-{4F62ABE0-3314-3F3A-F695-878C681455C1}" dt="2025-10-23T13:39:34.376" v="41" actId="20577"/>
        <pc:sldMkLst>
          <pc:docMk/>
          <pc:sldMk cId="4205789684" sldId="280"/>
        </pc:sldMkLst>
        <pc:graphicFrameChg chg="modGraphic">
          <ac:chgData name="Guest User" userId="" providerId="Windows Live" clId="Web-{4F62ABE0-3314-3F3A-F695-878C681455C1}" dt="2025-10-23T13:39:34.376" v="41" actId="20577"/>
          <ac:graphicFrameMkLst>
            <pc:docMk/>
            <pc:sldMk cId="4205789684" sldId="280"/>
            <ac:graphicFrameMk id="10" creationId="{91491406-3AF5-904C-FA07-75CC225AABBD}"/>
          </ac:graphicFrameMkLst>
        </pc:graphicFrameChg>
      </pc:sldChg>
    </pc:docChg>
  </pc:docChgLst>
  <pc:docChgLst>
    <pc:chgData name="Guest User" providerId="Windows Live" clId="Web-{3C223DF0-99E5-1E6C-9576-9D4D9DE10431}"/>
    <pc:docChg chg="addSld delSld modSld sldOrd">
      <pc:chgData name="Guest User" userId="" providerId="Windows Live" clId="Web-{3C223DF0-99E5-1E6C-9576-9D4D9DE10431}" dt="2025-10-23T15:13:42.956" v="146" actId="20577"/>
      <pc:docMkLst>
        <pc:docMk/>
      </pc:docMkLst>
      <pc:sldChg chg="modSp">
        <pc:chgData name="Guest User" userId="" providerId="Windows Live" clId="Web-{3C223DF0-99E5-1E6C-9576-9D4D9DE10431}" dt="2025-10-23T15:04:46.356" v="65" actId="20577"/>
        <pc:sldMkLst>
          <pc:docMk/>
          <pc:sldMk cId="4151351362" sldId="258"/>
        </pc:sldMkLst>
        <pc:graphicFrameChg chg="modGraphic">
          <ac:chgData name="Guest User" userId="" providerId="Windows Live" clId="Web-{3C223DF0-99E5-1E6C-9576-9D4D9DE10431}" dt="2025-10-23T15:04:46.356" v="65" actId="20577"/>
          <ac:graphicFrameMkLst>
            <pc:docMk/>
            <pc:sldMk cId="4151351362" sldId="258"/>
            <ac:graphicFrameMk id="642" creationId="{904F3C03-C63D-147F-D150-465801E8E8E7}"/>
          </ac:graphicFrameMkLst>
        </pc:graphicFrameChg>
        <pc:graphicFrameChg chg="modGraphic">
          <ac:chgData name="Guest User" userId="" providerId="Windows Live" clId="Web-{3C223DF0-99E5-1E6C-9576-9D4D9DE10431}" dt="2025-10-23T15:01:45.791" v="52" actId="20577"/>
          <ac:graphicFrameMkLst>
            <pc:docMk/>
            <pc:sldMk cId="4151351362" sldId="258"/>
            <ac:graphicFrameMk id="844" creationId="{60C0C8F7-2287-640A-CA78-4FDE8682B0ED}"/>
          </ac:graphicFrameMkLst>
        </pc:graphicFrameChg>
        <pc:graphicFrameChg chg="modGraphic">
          <ac:chgData name="Guest User" userId="" providerId="Windows Live" clId="Web-{3C223DF0-99E5-1E6C-9576-9D4D9DE10431}" dt="2025-10-23T15:01:18.182" v="49" actId="20577"/>
          <ac:graphicFrameMkLst>
            <pc:docMk/>
            <pc:sldMk cId="4151351362" sldId="258"/>
            <ac:graphicFrameMk id="851" creationId="{BE3893D1-327D-F873-7D40-A2CF96898F6E}"/>
          </ac:graphicFrameMkLst>
        </pc:graphicFrameChg>
      </pc:sldChg>
      <pc:sldChg chg="modSp">
        <pc:chgData name="Guest User" userId="" providerId="Windows Live" clId="Web-{3C223DF0-99E5-1E6C-9576-9D4D9DE10431}" dt="2025-10-23T15:13:42.956" v="146" actId="20577"/>
        <pc:sldMkLst>
          <pc:docMk/>
          <pc:sldMk cId="3010862716" sldId="264"/>
        </pc:sldMkLst>
        <pc:spChg chg="mod">
          <ac:chgData name="Guest User" userId="" providerId="Windows Live" clId="Web-{3C223DF0-99E5-1E6C-9576-9D4D9DE10431}" dt="2025-10-23T15:13:42.956" v="146" actId="20577"/>
          <ac:spMkLst>
            <pc:docMk/>
            <pc:sldMk cId="3010862716" sldId="264"/>
            <ac:spMk id="2" creationId="{2EC00E37-2B64-E936-06CC-86986646A1C0}"/>
          </ac:spMkLst>
        </pc:spChg>
      </pc:sldChg>
      <pc:sldChg chg="mod modShow">
        <pc:chgData name="Guest User" userId="" providerId="Windows Live" clId="Web-{3C223DF0-99E5-1E6C-9576-9D4D9DE10431}" dt="2025-10-23T14:59:14.272" v="42"/>
        <pc:sldMkLst>
          <pc:docMk/>
          <pc:sldMk cId="2275425050" sldId="270"/>
        </pc:sldMkLst>
      </pc:sldChg>
      <pc:sldChg chg="mod modShow">
        <pc:chgData name="Guest User" userId="" providerId="Windows Live" clId="Web-{3C223DF0-99E5-1E6C-9576-9D4D9DE10431}" dt="2025-10-23T14:58:35.832" v="41"/>
        <pc:sldMkLst>
          <pc:docMk/>
          <pc:sldMk cId="4271592829" sldId="271"/>
        </pc:sldMkLst>
      </pc:sldChg>
      <pc:sldChg chg="addSp modSp del">
        <pc:chgData name="Guest User" userId="" providerId="Windows Live" clId="Web-{3C223DF0-99E5-1E6C-9576-9D4D9DE10431}" dt="2025-10-23T15:13:28.065" v="144"/>
        <pc:sldMkLst>
          <pc:docMk/>
          <pc:sldMk cId="3225411406" sldId="273"/>
        </pc:sldMkLst>
        <pc:spChg chg="add mod">
          <ac:chgData name="Guest User" userId="" providerId="Windows Live" clId="Web-{3C223DF0-99E5-1E6C-9576-9D4D9DE10431}" dt="2025-10-23T14:54:36.514" v="40" actId="20577"/>
          <ac:spMkLst>
            <pc:docMk/>
            <pc:sldMk cId="3225411406" sldId="273"/>
            <ac:spMk id="6" creationId="{EF3C6332-E522-54EC-2134-36045E4FF7BC}"/>
          </ac:spMkLst>
        </pc:spChg>
        <pc:spChg chg="mod">
          <ac:chgData name="Guest User" userId="" providerId="Windows Live" clId="Web-{3C223DF0-99E5-1E6C-9576-9D4D9DE10431}" dt="2025-10-23T14:17:51.258" v="25" actId="20577"/>
          <ac:spMkLst>
            <pc:docMk/>
            <pc:sldMk cId="3225411406" sldId="273"/>
            <ac:spMk id="7" creationId="{E930157C-DEC4-AE48-D36E-CF61BF393F9D}"/>
          </ac:spMkLst>
        </pc:spChg>
      </pc:sldChg>
      <pc:sldChg chg="modSp">
        <pc:chgData name="Guest User" userId="" providerId="Windows Live" clId="Web-{3C223DF0-99E5-1E6C-9576-9D4D9DE10431}" dt="2025-10-23T13:55:01.941" v="5" actId="14100"/>
        <pc:sldMkLst>
          <pc:docMk/>
          <pc:sldMk cId="2080380852" sldId="274"/>
        </pc:sldMkLst>
        <pc:spChg chg="mod">
          <ac:chgData name="Guest User" userId="" providerId="Windows Live" clId="Web-{3C223DF0-99E5-1E6C-9576-9D4D9DE10431}" dt="2025-10-23T13:55:01.941" v="5" actId="14100"/>
          <ac:spMkLst>
            <pc:docMk/>
            <pc:sldMk cId="2080380852" sldId="274"/>
            <ac:spMk id="2" creationId="{8E014998-7273-8ACF-3682-21A49B067EE0}"/>
          </ac:spMkLst>
        </pc:spChg>
      </pc:sldChg>
      <pc:sldChg chg="modSp">
        <pc:chgData name="Guest User" userId="" providerId="Windows Live" clId="Web-{3C223DF0-99E5-1E6C-9576-9D4D9DE10431}" dt="2025-10-23T13:57:00.428" v="10" actId="20577"/>
        <pc:sldMkLst>
          <pc:docMk/>
          <pc:sldMk cId="1607912026" sldId="275"/>
        </pc:sldMkLst>
        <pc:spChg chg="mod">
          <ac:chgData name="Guest User" userId="" providerId="Windows Live" clId="Web-{3C223DF0-99E5-1E6C-9576-9D4D9DE10431}" dt="2025-10-23T13:57:00.428" v="10" actId="20577"/>
          <ac:spMkLst>
            <pc:docMk/>
            <pc:sldMk cId="1607912026" sldId="275"/>
            <ac:spMk id="2" creationId="{9069416D-831D-8668-3D5B-AB190AF72EB3}"/>
          </ac:spMkLst>
        </pc:spChg>
      </pc:sldChg>
      <pc:sldChg chg="modSp">
        <pc:chgData name="Guest User" userId="" providerId="Windows Live" clId="Web-{3C223DF0-99E5-1E6C-9576-9D4D9DE10431}" dt="2025-10-23T13:57:06.631" v="12" actId="20577"/>
        <pc:sldMkLst>
          <pc:docMk/>
          <pc:sldMk cId="1866720194" sldId="276"/>
        </pc:sldMkLst>
        <pc:spChg chg="mod">
          <ac:chgData name="Guest User" userId="" providerId="Windows Live" clId="Web-{3C223DF0-99E5-1E6C-9576-9D4D9DE10431}" dt="2025-10-23T13:57:06.631" v="12" actId="20577"/>
          <ac:spMkLst>
            <pc:docMk/>
            <pc:sldMk cId="1866720194" sldId="276"/>
            <ac:spMk id="2" creationId="{5A1F8D91-D00D-8F72-B55F-359060A3F2D3}"/>
          </ac:spMkLst>
        </pc:spChg>
      </pc:sldChg>
      <pc:sldChg chg="modSp">
        <pc:chgData name="Guest User" userId="" providerId="Windows Live" clId="Web-{3C223DF0-99E5-1E6C-9576-9D4D9DE10431}" dt="2025-10-23T13:57:21.272" v="14" actId="20577"/>
        <pc:sldMkLst>
          <pc:docMk/>
          <pc:sldMk cId="1163050837" sldId="277"/>
        </pc:sldMkLst>
        <pc:spChg chg="mod">
          <ac:chgData name="Guest User" userId="" providerId="Windows Live" clId="Web-{3C223DF0-99E5-1E6C-9576-9D4D9DE10431}" dt="2025-10-23T13:57:21.272" v="14" actId="20577"/>
          <ac:spMkLst>
            <pc:docMk/>
            <pc:sldMk cId="1163050837" sldId="277"/>
            <ac:spMk id="2" creationId="{20CA331C-0360-04F9-0A99-0D303AC0BB22}"/>
          </ac:spMkLst>
        </pc:spChg>
      </pc:sldChg>
      <pc:sldChg chg="modSp">
        <pc:chgData name="Guest User" userId="" providerId="Windows Live" clId="Web-{3C223DF0-99E5-1E6C-9576-9D4D9DE10431}" dt="2025-10-23T13:57:32.959" v="18" actId="20577"/>
        <pc:sldMkLst>
          <pc:docMk/>
          <pc:sldMk cId="430117667" sldId="278"/>
        </pc:sldMkLst>
        <pc:spChg chg="mod">
          <ac:chgData name="Guest User" userId="" providerId="Windows Live" clId="Web-{3C223DF0-99E5-1E6C-9576-9D4D9DE10431}" dt="2025-10-23T13:57:32.959" v="18" actId="20577"/>
          <ac:spMkLst>
            <pc:docMk/>
            <pc:sldMk cId="430117667" sldId="278"/>
            <ac:spMk id="2" creationId="{F0B9CE54-F9C0-B308-7F63-A055EACBFFA8}"/>
          </ac:spMkLst>
        </pc:spChg>
      </pc:sldChg>
      <pc:sldChg chg="modSp add ord replId">
        <pc:chgData name="Guest User" userId="" providerId="Windows Live" clId="Web-{3C223DF0-99E5-1E6C-9576-9D4D9DE10431}" dt="2025-10-23T15:12:50.705" v="143"/>
        <pc:sldMkLst>
          <pc:docMk/>
          <pc:sldMk cId="276192795" sldId="281"/>
        </pc:sldMkLst>
        <pc:spChg chg="mod">
          <ac:chgData name="Guest User" userId="" providerId="Windows Live" clId="Web-{3C223DF0-99E5-1E6C-9576-9D4D9DE10431}" dt="2025-10-23T15:06:15.202" v="78" actId="20577"/>
          <ac:spMkLst>
            <pc:docMk/>
            <pc:sldMk cId="276192795" sldId="281"/>
            <ac:spMk id="2" creationId="{DCE2254B-7F8B-B778-46AF-482146A1FBFF}"/>
          </ac:spMkLst>
        </pc:spChg>
        <pc:graphicFrameChg chg="modGraphic">
          <ac:chgData name="Guest User" userId="" providerId="Windows Live" clId="Web-{3C223DF0-99E5-1E6C-9576-9D4D9DE10431}" dt="2025-10-23T15:12:50.705" v="143"/>
          <ac:graphicFrameMkLst>
            <pc:docMk/>
            <pc:sldMk cId="276192795" sldId="281"/>
            <ac:graphicFrameMk id="5" creationId="{3A9478C8-F775-64D5-5DDA-37B26FA5F7CD}"/>
          </ac:graphicFrameMkLst>
        </pc:graphicFrameChg>
      </pc:sldChg>
      <pc:sldChg chg="new del ord">
        <pc:chgData name="Guest User" userId="" providerId="Windows Live" clId="Web-{3C223DF0-99E5-1E6C-9576-9D4D9DE10431}" dt="2025-10-23T15:05:23.356" v="68"/>
        <pc:sldMkLst>
          <pc:docMk/>
          <pc:sldMk cId="4230422094" sldId="281"/>
        </pc:sldMkLst>
      </pc:sldChg>
    </pc:docChg>
  </pc:docChgLst>
  <pc:docChgLst>
    <pc:chgData name="Guest User" providerId="Windows Live" clId="Web-{6AF85326-2D19-9844-8E0A-F112AD07CA53}"/>
    <pc:docChg chg="addSld modSld">
      <pc:chgData name="Guest User" userId="" providerId="Windows Live" clId="Web-{6AF85326-2D19-9844-8E0A-F112AD07CA53}" dt="2025-10-23T19:13:56.313" v="25"/>
      <pc:docMkLst>
        <pc:docMk/>
      </pc:docMkLst>
      <pc:sldChg chg="mod modShow">
        <pc:chgData name="Guest User" userId="" providerId="Windows Live" clId="Web-{6AF85326-2D19-9844-8E0A-F112AD07CA53}" dt="2025-10-23T19:12:06.118" v="10"/>
        <pc:sldMkLst>
          <pc:docMk/>
          <pc:sldMk cId="2888707022" sldId="269"/>
        </pc:sldMkLst>
      </pc:sldChg>
      <pc:sldChg chg="mod modShow">
        <pc:chgData name="Guest User" userId="" providerId="Windows Live" clId="Web-{6AF85326-2D19-9844-8E0A-F112AD07CA53}" dt="2025-10-23T19:10:24.875" v="8"/>
        <pc:sldMkLst>
          <pc:docMk/>
          <pc:sldMk cId="1607912026" sldId="275"/>
        </pc:sldMkLst>
      </pc:sldChg>
      <pc:sldChg chg="mod modShow">
        <pc:chgData name="Guest User" userId="" providerId="Windows Live" clId="Web-{6AF85326-2D19-9844-8E0A-F112AD07CA53}" dt="2025-10-23T19:10:19.672" v="7"/>
        <pc:sldMkLst>
          <pc:docMk/>
          <pc:sldMk cId="1866720194" sldId="276"/>
        </pc:sldMkLst>
      </pc:sldChg>
      <pc:sldChg chg="modSp">
        <pc:chgData name="Guest User" userId="" providerId="Windows Live" clId="Web-{6AF85326-2D19-9844-8E0A-F112AD07CA53}" dt="2025-10-23T19:10:14.219" v="6" actId="20577"/>
        <pc:sldMkLst>
          <pc:docMk/>
          <pc:sldMk cId="1163050837" sldId="277"/>
        </pc:sldMkLst>
        <pc:spChg chg="mod">
          <ac:chgData name="Guest User" userId="" providerId="Windows Live" clId="Web-{6AF85326-2D19-9844-8E0A-F112AD07CA53}" dt="2025-10-23T19:10:14.219" v="6" actId="20577"/>
          <ac:spMkLst>
            <pc:docMk/>
            <pc:sldMk cId="1163050837" sldId="277"/>
            <ac:spMk id="3" creationId="{AEC9C194-C160-D76D-1BE2-742C668F7D0A}"/>
          </ac:spMkLst>
        </pc:spChg>
      </pc:sldChg>
      <pc:sldChg chg="mod modShow">
        <pc:chgData name="Guest User" userId="" providerId="Windows Live" clId="Web-{6AF85326-2D19-9844-8E0A-F112AD07CA53}" dt="2025-10-23T19:13:56.313" v="25"/>
        <pc:sldMkLst>
          <pc:docMk/>
          <pc:sldMk cId="4205789684" sldId="280"/>
        </pc:sldMkLst>
      </pc:sldChg>
      <pc:sldChg chg="modSp add replId">
        <pc:chgData name="Guest User" userId="" providerId="Windows Live" clId="Web-{6AF85326-2D19-9844-8E0A-F112AD07CA53}" dt="2025-10-23T19:13:37.374" v="24" actId="20577"/>
        <pc:sldMkLst>
          <pc:docMk/>
          <pc:sldMk cId="1364278410" sldId="282"/>
        </pc:sldMkLst>
        <pc:spChg chg="mod">
          <ac:chgData name="Guest User" userId="" providerId="Windows Live" clId="Web-{6AF85326-2D19-9844-8E0A-F112AD07CA53}" dt="2025-10-23T19:13:37.374" v="24" actId="20577"/>
          <ac:spMkLst>
            <pc:docMk/>
            <pc:sldMk cId="1364278410" sldId="282"/>
            <ac:spMk id="3" creationId="{A7A57CF9-3848-DAE3-5F02-57364349897C}"/>
          </ac:spMkLst>
        </pc:spChg>
      </pc:sldChg>
    </pc:docChg>
  </pc:docChgLst>
  <pc:docChgLst>
    <pc:chgData name="Guest User" providerId="Windows Live" clId="Web-{A7D2395D-0F44-FE7C-BE5F-0DA55BD5FB27}"/>
    <pc:docChg chg="modSld sldOrd">
      <pc:chgData name="Guest User" userId="" providerId="Windows Live" clId="Web-{A7D2395D-0F44-FE7C-BE5F-0DA55BD5FB27}" dt="2025-10-23T18:44:39.845" v="2"/>
      <pc:docMkLst>
        <pc:docMk/>
      </pc:docMkLst>
      <pc:sldChg chg="mod modShow">
        <pc:chgData name="Guest User" userId="" providerId="Windows Live" clId="Web-{A7D2395D-0F44-FE7C-BE5F-0DA55BD5FB27}" dt="2025-10-23T18:44:39.845" v="2"/>
        <pc:sldMkLst>
          <pc:docMk/>
          <pc:sldMk cId="2080380852" sldId="274"/>
        </pc:sldMkLst>
      </pc:sldChg>
      <pc:sldChg chg="mod modShow">
        <pc:chgData name="Guest User" userId="" providerId="Windows Live" clId="Web-{A7D2395D-0F44-FE7C-BE5F-0DA55BD5FB27}" dt="2025-10-23T18:43:56.219" v="1"/>
        <pc:sldMkLst>
          <pc:docMk/>
          <pc:sldMk cId="430117667" sldId="278"/>
        </pc:sldMkLst>
      </pc:sldChg>
      <pc:sldChg chg="ord">
        <pc:chgData name="Guest User" userId="" providerId="Windows Live" clId="Web-{A7D2395D-0F44-FE7C-BE5F-0DA55BD5FB27}" dt="2025-10-23T18:41:24.993" v="0"/>
        <pc:sldMkLst>
          <pc:docMk/>
          <pc:sldMk cId="276192795" sldId="281"/>
        </pc:sldMkLst>
      </pc:sldChg>
    </pc:docChg>
  </pc:docChgLst>
  <pc:docChgLst>
    <pc:chgData name="Gastbenutzer" providerId="Windows Live" clId="Web-{8EC21F6A-982D-074A-1635-8460CFFDB5AE}"/>
    <pc:docChg chg="addSld delSld modSld sldOrd">
      <pc:chgData name="Gastbenutzer" userId="" providerId="Windows Live" clId="Web-{8EC21F6A-982D-074A-1635-8460CFFDB5AE}" dt="2025-10-22T14:48:08.108" v="2746"/>
      <pc:docMkLst>
        <pc:docMk/>
      </pc:docMkLst>
      <pc:sldChg chg="addSp delSp modSp mod setBg">
        <pc:chgData name="Gastbenutzer" userId="" providerId="Windows Live" clId="Web-{8EC21F6A-982D-074A-1635-8460CFFDB5AE}" dt="2025-10-22T09:58:30.712" v="1026" actId="20577"/>
        <pc:sldMkLst>
          <pc:docMk/>
          <pc:sldMk cId="2503476937" sldId="256"/>
        </pc:sldMkLst>
        <pc:spChg chg="mod ord">
          <ac:chgData name="Gastbenutzer" userId="" providerId="Windows Live" clId="Web-{8EC21F6A-982D-074A-1635-8460CFFDB5AE}" dt="2025-10-22T09:58:30.712" v="1026" actId="20577"/>
          <ac:spMkLst>
            <pc:docMk/>
            <pc:sldMk cId="2503476937" sldId="256"/>
            <ac:spMk id="2" creationId="{063FE419-4A8B-41EE-3D39-CDCD2F1F1550}"/>
          </ac:spMkLst>
        </pc:spChg>
        <pc:spChg chg="add">
          <ac:chgData name="Gastbenutzer" userId="" providerId="Windows Live" clId="Web-{8EC21F6A-982D-074A-1635-8460CFFDB5AE}" dt="2025-10-22T09:54:21.367" v="919"/>
          <ac:spMkLst>
            <pc:docMk/>
            <pc:sldMk cId="2503476937" sldId="256"/>
            <ac:spMk id="8" creationId="{0671A8AE-40A1-4631-A6B8-581AFF065482}"/>
          </ac:spMkLst>
        </pc:spChg>
        <pc:spChg chg="add">
          <ac:chgData name="Gastbenutzer" userId="" providerId="Windows Live" clId="Web-{8EC21F6A-982D-074A-1635-8460CFFDB5AE}" dt="2025-10-22T09:54:21.367" v="919"/>
          <ac:spMkLst>
            <pc:docMk/>
            <pc:sldMk cId="2503476937" sldId="256"/>
            <ac:spMk id="10" creationId="{AB58EF07-17C2-48CF-ABB0-EEF1F17CB8F0}"/>
          </ac:spMkLst>
        </pc:spChg>
        <pc:spChg chg="add mod">
          <ac:chgData name="Gastbenutzer" userId="" providerId="Windows Live" clId="Web-{8EC21F6A-982D-074A-1635-8460CFFDB5AE}" dt="2025-10-22T09:54:45.304" v="922"/>
          <ac:spMkLst>
            <pc:docMk/>
            <pc:sldMk cId="2503476937" sldId="256"/>
            <ac:spMk id="12" creationId="{AF2F604E-43BE-4DC3-B983-E071523364F8}"/>
          </ac:spMkLst>
        </pc:spChg>
        <pc:spChg chg="add">
          <ac:chgData name="Gastbenutzer" userId="" providerId="Windows Live" clId="Web-{8EC21F6A-982D-074A-1635-8460CFFDB5AE}" dt="2025-10-22T09:54:21.367" v="919"/>
          <ac:spMkLst>
            <pc:docMk/>
            <pc:sldMk cId="2503476937" sldId="256"/>
            <ac:spMk id="14" creationId="{08C9B587-E65E-4B52-B37C-ABEBB6E87928}"/>
          </ac:spMkLst>
        </pc:spChg>
        <pc:picChg chg="add mod">
          <ac:chgData name="Gastbenutzer" userId="" providerId="Windows Live" clId="Web-{8EC21F6A-982D-074A-1635-8460CFFDB5AE}" dt="2025-10-22T09:54:21.367" v="919"/>
          <ac:picMkLst>
            <pc:docMk/>
            <pc:sldMk cId="2503476937" sldId="256"/>
            <ac:picMk id="3" creationId="{F023C14F-EB8F-9DB2-316A-E8BFE86EA69B}"/>
          </ac:picMkLst>
        </pc:picChg>
      </pc:sldChg>
      <pc:sldChg chg="addSp delSp modSp new mod setBg">
        <pc:chgData name="Gastbenutzer" userId="" providerId="Windows Live" clId="Web-{8EC21F6A-982D-074A-1635-8460CFFDB5AE}" dt="2025-10-22T09:58:03.180" v="1006" actId="20577"/>
        <pc:sldMkLst>
          <pc:docMk/>
          <pc:sldMk cId="3357789086" sldId="257"/>
        </pc:sldMkLst>
        <pc:spChg chg="mod">
          <ac:chgData name="Gastbenutzer" userId="" providerId="Windows Live" clId="Web-{8EC21F6A-982D-074A-1635-8460CFFDB5AE}" dt="2025-10-22T09:56:06.930" v="929" actId="20577"/>
          <ac:spMkLst>
            <pc:docMk/>
            <pc:sldMk cId="3357789086" sldId="257"/>
            <ac:spMk id="2" creationId="{17468F45-C258-5935-2633-82E5018EA4B5}"/>
          </ac:spMkLst>
        </pc:spChg>
        <pc:spChg chg="del mod">
          <ac:chgData name="Gastbenutzer" userId="" providerId="Windows Live" clId="Web-{8EC21F6A-982D-074A-1635-8460CFFDB5AE}" dt="2025-10-22T09:55:44.711" v="927"/>
          <ac:spMkLst>
            <pc:docMk/>
            <pc:sldMk cId="3357789086" sldId="257"/>
            <ac:spMk id="3" creationId="{EB488C58-CE9E-70F9-2B54-B7AF5D030611}"/>
          </ac:spMkLst>
        </pc:spChg>
        <pc:spChg chg="add">
          <ac:chgData name="Gastbenutzer" userId="" providerId="Windows Live" clId="Web-{8EC21F6A-982D-074A-1635-8460CFFDB5AE}" dt="2025-10-22T09:55:44.711" v="927"/>
          <ac:spMkLst>
            <pc:docMk/>
            <pc:sldMk cId="3357789086" sldId="257"/>
            <ac:spMk id="9" creationId="{53B021B3-DE93-4AB7-8A18-CF5F1CED88B8}"/>
          </ac:spMkLst>
        </pc:spChg>
        <pc:spChg chg="add">
          <ac:chgData name="Gastbenutzer" userId="" providerId="Windows Live" clId="Web-{8EC21F6A-982D-074A-1635-8460CFFDB5AE}" dt="2025-10-22T09:55:44.711" v="927"/>
          <ac:spMkLst>
            <pc:docMk/>
            <pc:sldMk cId="3357789086" sldId="257"/>
            <ac:spMk id="11" creationId="{52D502E5-F6B4-4D58-B4AE-FC466FF15EE8}"/>
          </ac:spMkLst>
        </pc:spChg>
        <pc:spChg chg="add">
          <ac:chgData name="Gastbenutzer" userId="" providerId="Windows Live" clId="Web-{8EC21F6A-982D-074A-1635-8460CFFDB5AE}" dt="2025-10-22T09:55:44.711" v="927"/>
          <ac:spMkLst>
            <pc:docMk/>
            <pc:sldMk cId="3357789086" sldId="257"/>
            <ac:spMk id="13" creationId="{9DECDBF4-02B6-4BB4-B65B-B8107AD6A9E8}"/>
          </ac:spMkLst>
        </pc:spChg>
        <pc:graphicFrameChg chg="add modGraphic">
          <ac:chgData name="Gastbenutzer" userId="" providerId="Windows Live" clId="Web-{8EC21F6A-982D-074A-1635-8460CFFDB5AE}" dt="2025-10-22T09:58:03.180" v="1006" actId="20577"/>
          <ac:graphicFrameMkLst>
            <pc:docMk/>
            <pc:sldMk cId="3357789086" sldId="257"/>
            <ac:graphicFrameMk id="5" creationId="{F65E6113-C9BE-37BD-61AF-54FFDE9AFCAF}"/>
          </ac:graphicFrameMkLst>
        </pc:graphicFrameChg>
      </pc:sldChg>
      <pc:sldChg chg="addSp delSp modSp new ord">
        <pc:chgData name="Gastbenutzer" userId="" providerId="Windows Live" clId="Web-{8EC21F6A-982D-074A-1635-8460CFFDB5AE}" dt="2025-10-22T11:25:52.933" v="1502" actId="20577"/>
        <pc:sldMkLst>
          <pc:docMk/>
          <pc:sldMk cId="4151351362" sldId="258"/>
        </pc:sldMkLst>
        <pc:spChg chg="mod">
          <ac:chgData name="Gastbenutzer" userId="" providerId="Windows Live" clId="Web-{8EC21F6A-982D-074A-1635-8460CFFDB5AE}" dt="2025-10-22T11:06:32.894" v="1237" actId="20577"/>
          <ac:spMkLst>
            <pc:docMk/>
            <pc:sldMk cId="4151351362" sldId="258"/>
            <ac:spMk id="2" creationId="{B8A2BDC9-4926-8F8C-B18F-466C3DC84BD3}"/>
          </ac:spMkLst>
        </pc:spChg>
        <pc:spChg chg="del mod">
          <ac:chgData name="Gastbenutzer" userId="" providerId="Windows Live" clId="Web-{8EC21F6A-982D-074A-1635-8460CFFDB5AE}" dt="2025-10-22T11:15:40.412" v="1353"/>
          <ac:spMkLst>
            <pc:docMk/>
            <pc:sldMk cId="4151351362" sldId="258"/>
            <ac:spMk id="3" creationId="{D36CB92E-FDE8-3624-84AF-A14043110000}"/>
          </ac:spMkLst>
        </pc:spChg>
        <pc:spChg chg="add del mod">
          <ac:chgData name="Gastbenutzer" userId="" providerId="Windows Live" clId="Web-{8EC21F6A-982D-074A-1635-8460CFFDB5AE}" dt="2025-10-22T11:09:41.571" v="1242"/>
          <ac:spMkLst>
            <pc:docMk/>
            <pc:sldMk cId="4151351362" sldId="258"/>
            <ac:spMk id="4" creationId="{1E7AB493-27B9-41CD-4DBA-BA88CB616092}"/>
          </ac:spMkLst>
        </pc:spChg>
        <pc:spChg chg="add del mod">
          <ac:chgData name="Gastbenutzer" userId="" providerId="Windows Live" clId="Web-{8EC21F6A-982D-074A-1635-8460CFFDB5AE}" dt="2025-10-22T11:21:43.690" v="1453"/>
          <ac:spMkLst>
            <pc:docMk/>
            <pc:sldMk cId="4151351362" sldId="258"/>
            <ac:spMk id="5" creationId="{E7214537-7079-DCD3-2BFC-E209C4D94044}"/>
          </ac:spMkLst>
        </pc:spChg>
        <pc:spChg chg="add del mod">
          <ac:chgData name="Gastbenutzer" userId="" providerId="Windows Live" clId="Web-{8EC21F6A-982D-074A-1635-8460CFFDB5AE}" dt="2025-10-22T11:21:46.331" v="1454"/>
          <ac:spMkLst>
            <pc:docMk/>
            <pc:sldMk cId="4151351362" sldId="258"/>
            <ac:spMk id="6" creationId="{71416F1A-976E-B994-8B06-1C720A7EE1A7}"/>
          </ac:spMkLst>
        </pc:spChg>
        <pc:spChg chg="add del mod">
          <ac:chgData name="Gastbenutzer" userId="" providerId="Windows Live" clId="Web-{8EC21F6A-982D-074A-1635-8460CFFDB5AE}" dt="2025-10-22T11:15:40.334" v="1352"/>
          <ac:spMkLst>
            <pc:docMk/>
            <pc:sldMk cId="4151351362" sldId="258"/>
            <ac:spMk id="7" creationId="{240CFDC2-A1CE-DD3F-8ACF-FA2EE71FE301}"/>
          </ac:spMkLst>
        </pc:spChg>
        <pc:spChg chg="add del mod">
          <ac:chgData name="Gastbenutzer" userId="" providerId="Windows Live" clId="Web-{8EC21F6A-982D-074A-1635-8460CFFDB5AE}" dt="2025-10-22T11:15:38.006" v="1347"/>
          <ac:spMkLst>
            <pc:docMk/>
            <pc:sldMk cId="4151351362" sldId="258"/>
            <ac:spMk id="8" creationId="{96435845-70FD-BB49-C2A2-612AC70C2587}"/>
          </ac:spMkLst>
        </pc:spChg>
        <pc:spChg chg="add del mod">
          <ac:chgData name="Gastbenutzer" userId="" providerId="Windows Live" clId="Web-{8EC21F6A-982D-074A-1635-8460CFFDB5AE}" dt="2025-10-22T11:15:40.334" v="1350"/>
          <ac:spMkLst>
            <pc:docMk/>
            <pc:sldMk cId="4151351362" sldId="258"/>
            <ac:spMk id="10" creationId="{616D58C3-29FA-B5B6-B176-01BB72B50F86}"/>
          </ac:spMkLst>
        </pc:spChg>
        <pc:spChg chg="add del mod">
          <ac:chgData name="Gastbenutzer" userId="" providerId="Windows Live" clId="Web-{8EC21F6A-982D-074A-1635-8460CFFDB5AE}" dt="2025-10-22T11:15:40.334" v="1349"/>
          <ac:spMkLst>
            <pc:docMk/>
            <pc:sldMk cId="4151351362" sldId="258"/>
            <ac:spMk id="11" creationId="{4CE4C736-F35C-970B-CB3C-1A6EA7B02874}"/>
          </ac:spMkLst>
        </pc:spChg>
        <pc:spChg chg="add del mod">
          <ac:chgData name="Gastbenutzer" userId="" providerId="Windows Live" clId="Web-{8EC21F6A-982D-074A-1635-8460CFFDB5AE}" dt="2025-10-22T11:15:46.569" v="1354"/>
          <ac:spMkLst>
            <pc:docMk/>
            <pc:sldMk cId="4151351362" sldId="258"/>
            <ac:spMk id="267" creationId="{524348D5-2382-177B-72CC-510958ABAE4F}"/>
          </ac:spMkLst>
        </pc:spChg>
        <pc:spChg chg="add mod">
          <ac:chgData name="Gastbenutzer" userId="" providerId="Windows Live" clId="Web-{8EC21F6A-982D-074A-1635-8460CFFDB5AE}" dt="2025-10-22T11:23:38.429" v="1470" actId="1076"/>
          <ac:spMkLst>
            <pc:docMk/>
            <pc:sldMk cId="4151351362" sldId="258"/>
            <ac:spMk id="641" creationId="{2612C232-C988-1D0D-EAEF-FCC674A01765}"/>
          </ac:spMkLst>
        </pc:spChg>
        <pc:graphicFrameChg chg="add mod modGraphic">
          <ac:chgData name="Gastbenutzer" userId="" providerId="Windows Live" clId="Web-{8EC21F6A-982D-074A-1635-8460CFFDB5AE}" dt="2025-10-22T11:23:38.351" v="1468" actId="1076"/>
          <ac:graphicFrameMkLst>
            <pc:docMk/>
            <pc:sldMk cId="4151351362" sldId="258"/>
            <ac:graphicFrameMk id="13" creationId="{B9223F9C-1634-F5AD-8D2E-8331FA1F52D5}"/>
          </ac:graphicFrameMkLst>
        </pc:graphicFrameChg>
        <pc:graphicFrameChg chg="add mod modGraphic">
          <ac:chgData name="Gastbenutzer" userId="" providerId="Windows Live" clId="Web-{8EC21F6A-982D-074A-1635-8460CFFDB5AE}" dt="2025-10-22T11:23:38.398" v="1469" actId="1076"/>
          <ac:graphicFrameMkLst>
            <pc:docMk/>
            <pc:sldMk cId="4151351362" sldId="258"/>
            <ac:graphicFrameMk id="308" creationId="{5443BA35-CD6B-BE6B-AB23-141897BBFDB1}"/>
          </ac:graphicFrameMkLst>
        </pc:graphicFrameChg>
        <pc:graphicFrameChg chg="add mod modGraphic">
          <ac:chgData name="Gastbenutzer" userId="" providerId="Windows Live" clId="Web-{8EC21F6A-982D-074A-1635-8460CFFDB5AE}" dt="2025-10-22T11:23:38.476" v="1471" actId="1076"/>
          <ac:graphicFrameMkLst>
            <pc:docMk/>
            <pc:sldMk cId="4151351362" sldId="258"/>
            <ac:graphicFrameMk id="642" creationId="{904F3C03-C63D-147F-D150-465801E8E8E7}"/>
          </ac:graphicFrameMkLst>
        </pc:graphicFrameChg>
        <pc:graphicFrameChg chg="add mod modGraphic">
          <ac:chgData name="Gastbenutzer" userId="" providerId="Windows Live" clId="Web-{8EC21F6A-982D-074A-1635-8460CFFDB5AE}" dt="2025-10-22T11:23:38.539" v="1472" actId="1076"/>
          <ac:graphicFrameMkLst>
            <pc:docMk/>
            <pc:sldMk cId="4151351362" sldId="258"/>
            <ac:graphicFrameMk id="780" creationId="{BCB124D6-44D9-32C0-16F0-7EBF760F78D2}"/>
          </ac:graphicFrameMkLst>
        </pc:graphicFrameChg>
        <pc:graphicFrameChg chg="add mod modGraphic">
          <ac:chgData name="Gastbenutzer" userId="" providerId="Windows Live" clId="Web-{8EC21F6A-982D-074A-1635-8460CFFDB5AE}" dt="2025-10-22T11:23:59.211" v="1480" actId="20577"/>
          <ac:graphicFrameMkLst>
            <pc:docMk/>
            <pc:sldMk cId="4151351362" sldId="258"/>
            <ac:graphicFrameMk id="844" creationId="{60C0C8F7-2287-640A-CA78-4FDE8682B0ED}"/>
          </ac:graphicFrameMkLst>
        </pc:graphicFrameChg>
        <pc:graphicFrameChg chg="add mod modGraphic">
          <ac:chgData name="Gastbenutzer" userId="" providerId="Windows Live" clId="Web-{8EC21F6A-982D-074A-1635-8460CFFDB5AE}" dt="2025-10-22T11:25:01.463" v="1491" actId="20577"/>
          <ac:graphicFrameMkLst>
            <pc:docMk/>
            <pc:sldMk cId="4151351362" sldId="258"/>
            <ac:graphicFrameMk id="851" creationId="{BE3893D1-327D-F873-7D40-A2CF96898F6E}"/>
          </ac:graphicFrameMkLst>
        </pc:graphicFrameChg>
        <pc:graphicFrameChg chg="add mod modGraphic">
          <ac:chgData name="Gastbenutzer" userId="" providerId="Windows Live" clId="Web-{8EC21F6A-982D-074A-1635-8460CFFDB5AE}" dt="2025-10-22T11:25:52.933" v="1502" actId="20577"/>
          <ac:graphicFrameMkLst>
            <pc:docMk/>
            <pc:sldMk cId="4151351362" sldId="258"/>
            <ac:graphicFrameMk id="854" creationId="{DD8C0EB5-E581-A2F7-3A8B-F619CF027694}"/>
          </ac:graphicFrameMkLst>
        </pc:graphicFrameChg>
        <pc:graphicFrameChg chg="add mod modGraphic">
          <ac:chgData name="Gastbenutzer" userId="" providerId="Windows Live" clId="Web-{8EC21F6A-982D-074A-1635-8460CFFDB5AE}" dt="2025-10-22T11:25:26.480" v="1495" actId="20577"/>
          <ac:graphicFrameMkLst>
            <pc:docMk/>
            <pc:sldMk cId="4151351362" sldId="258"/>
            <ac:graphicFrameMk id="857" creationId="{C7E29295-A90F-DEDC-3C29-991C725B6751}"/>
          </ac:graphicFrameMkLst>
        </pc:graphicFrameChg>
        <pc:graphicFrameChg chg="add mod modGraphic">
          <ac:chgData name="Gastbenutzer" userId="" providerId="Windows Live" clId="Web-{8EC21F6A-982D-074A-1635-8460CFFDB5AE}" dt="2025-10-22T11:24:36.462" v="1486" actId="20577"/>
          <ac:graphicFrameMkLst>
            <pc:docMk/>
            <pc:sldMk cId="4151351362" sldId="258"/>
            <ac:graphicFrameMk id="860" creationId="{06CEBF27-78E9-28F2-B39B-BB61795D6F78}"/>
          </ac:graphicFrameMkLst>
        </pc:graphicFrameChg>
        <pc:cxnChg chg="add del mod">
          <ac:chgData name="Gastbenutzer" userId="" providerId="Windows Live" clId="Web-{8EC21F6A-982D-074A-1635-8460CFFDB5AE}" dt="2025-10-22T11:15:40.334" v="1351"/>
          <ac:cxnSpMkLst>
            <pc:docMk/>
            <pc:sldMk cId="4151351362" sldId="258"/>
            <ac:cxnSpMk id="9" creationId="{8DD13C0F-FA17-C3C2-4FE9-DD40E7372EEE}"/>
          </ac:cxnSpMkLst>
        </pc:cxnChg>
        <pc:cxnChg chg="add del mod">
          <ac:chgData name="Gastbenutzer" userId="" providerId="Windows Live" clId="Web-{8EC21F6A-982D-074A-1635-8460CFFDB5AE}" dt="2025-10-22T11:15:40.334" v="1348"/>
          <ac:cxnSpMkLst>
            <pc:docMk/>
            <pc:sldMk cId="4151351362" sldId="258"/>
            <ac:cxnSpMk id="12" creationId="{4B262BA6-93FE-EED6-CB2B-51D4789D95AC}"/>
          </ac:cxnSpMkLst>
        </pc:cxnChg>
      </pc:sldChg>
      <pc:sldChg chg="modSp new del ord">
        <pc:chgData name="Gastbenutzer" userId="" providerId="Windows Live" clId="Web-{8EC21F6A-982D-074A-1635-8460CFFDB5AE}" dt="2025-10-22T14:36:34.928" v="2573"/>
        <pc:sldMkLst>
          <pc:docMk/>
          <pc:sldMk cId="1170445114" sldId="259"/>
        </pc:sldMkLst>
        <pc:spChg chg="mod">
          <ac:chgData name="Gastbenutzer" userId="" providerId="Windows Live" clId="Web-{8EC21F6A-982D-074A-1635-8460CFFDB5AE}" dt="2025-10-22T14:28:33.612" v="2558" actId="20577"/>
          <ac:spMkLst>
            <pc:docMk/>
            <pc:sldMk cId="1170445114" sldId="259"/>
            <ac:spMk id="2" creationId="{627D0B70-7F3E-C543-C301-DCB7BC411075}"/>
          </ac:spMkLst>
        </pc:spChg>
        <pc:spChg chg="mod">
          <ac:chgData name="Gastbenutzer" userId="" providerId="Windows Live" clId="Web-{8EC21F6A-982D-074A-1635-8460CFFDB5AE}" dt="2025-10-22T14:29:36.284" v="2560" actId="20577"/>
          <ac:spMkLst>
            <pc:docMk/>
            <pc:sldMk cId="1170445114" sldId="259"/>
            <ac:spMk id="3" creationId="{8A6E7A22-7CE8-254A-FE6C-90B7E801B657}"/>
          </ac:spMkLst>
        </pc:spChg>
      </pc:sldChg>
      <pc:sldChg chg="addSp modSp new">
        <pc:chgData name="Gastbenutzer" userId="" providerId="Windows Live" clId="Web-{8EC21F6A-982D-074A-1635-8460CFFDB5AE}" dt="2025-10-22T14:39:20.483" v="2684"/>
        <pc:sldMkLst>
          <pc:docMk/>
          <pc:sldMk cId="1522180618" sldId="260"/>
        </pc:sldMkLst>
        <pc:spChg chg="mod">
          <ac:chgData name="Gastbenutzer" userId="" providerId="Windows Live" clId="Web-{8EC21F6A-982D-074A-1635-8460CFFDB5AE}" dt="2025-10-22T14:36:43.553" v="2577" actId="20577"/>
          <ac:spMkLst>
            <pc:docMk/>
            <pc:sldMk cId="1522180618" sldId="260"/>
            <ac:spMk id="2" creationId="{ADCE35CF-5937-5176-A543-89EC01D6316A}"/>
          </ac:spMkLst>
        </pc:spChg>
        <pc:spChg chg="mod">
          <ac:chgData name="Gastbenutzer" userId="" providerId="Windows Live" clId="Web-{8EC21F6A-982D-074A-1635-8460CFFDB5AE}" dt="2025-10-22T14:38:43.701" v="2680" actId="20577"/>
          <ac:spMkLst>
            <pc:docMk/>
            <pc:sldMk cId="1522180618" sldId="260"/>
            <ac:spMk id="3" creationId="{EA2B2970-1C3B-7806-F0D1-617CE2E8A831}"/>
          </ac:spMkLst>
        </pc:spChg>
        <pc:spChg chg="add">
          <ac:chgData name="Gastbenutzer" userId="" providerId="Windows Live" clId="Web-{8EC21F6A-982D-074A-1635-8460CFFDB5AE}" dt="2025-10-22T14:39:20.468" v="2683"/>
          <ac:spMkLst>
            <pc:docMk/>
            <pc:sldMk cId="1522180618" sldId="260"/>
            <ac:spMk id="5" creationId="{B087EC36-2062-BE4A-BF52-1899A969F1BD}"/>
          </ac:spMkLst>
        </pc:spChg>
        <pc:spChg chg="add">
          <ac:chgData name="Gastbenutzer" userId="" providerId="Windows Live" clId="Web-{8EC21F6A-982D-074A-1635-8460CFFDB5AE}" dt="2025-10-22T14:39:20.483" v="2684"/>
          <ac:spMkLst>
            <pc:docMk/>
            <pc:sldMk cId="1522180618" sldId="260"/>
            <ac:spMk id="7" creationId="{E740F356-7C8E-D5C5-B4DB-675CF815F758}"/>
          </ac:spMkLst>
        </pc:spChg>
      </pc:sldChg>
      <pc:sldChg chg="modSp new del">
        <pc:chgData name="Gastbenutzer" userId="" providerId="Windows Live" clId="Web-{8EC21F6A-982D-074A-1635-8460CFFDB5AE}" dt="2025-10-22T14:38:45.154" v="2681"/>
        <pc:sldMkLst>
          <pc:docMk/>
          <pc:sldMk cId="2892230556" sldId="261"/>
        </pc:sldMkLst>
      </pc:sldChg>
      <pc:sldChg chg="modSp new del">
        <pc:chgData name="Gastbenutzer" userId="" providerId="Windows Live" clId="Web-{8EC21F6A-982D-074A-1635-8460CFFDB5AE}" dt="2025-10-22T14:38:47.232" v="2682"/>
        <pc:sldMkLst>
          <pc:docMk/>
          <pc:sldMk cId="3348271616" sldId="262"/>
        </pc:sldMkLst>
      </pc:sldChg>
      <pc:sldChg chg="addSp delSp modSp new del ord">
        <pc:chgData name="Gastbenutzer" userId="" providerId="Windows Live" clId="Web-{8EC21F6A-982D-074A-1635-8460CFFDB5AE}" dt="2025-10-22T10:17:22.989" v="1209"/>
        <pc:sldMkLst>
          <pc:docMk/>
          <pc:sldMk cId="1527860503" sldId="263"/>
        </pc:sldMkLst>
        <pc:spChg chg="del mod">
          <ac:chgData name="Gastbenutzer" userId="" providerId="Windows Live" clId="Web-{8EC21F6A-982D-074A-1635-8460CFFDB5AE}" dt="2025-10-22T09:59:32.759" v="1031"/>
          <ac:spMkLst>
            <pc:docMk/>
            <pc:sldMk cId="1527860503" sldId="263"/>
            <ac:spMk id="2" creationId="{B00CD03F-8042-D81C-F94E-F13BF51A67F0}"/>
          </ac:spMkLst>
        </pc:spChg>
        <pc:spChg chg="mod">
          <ac:chgData name="Gastbenutzer" userId="" providerId="Windows Live" clId="Web-{8EC21F6A-982D-074A-1635-8460CFFDB5AE}" dt="2025-10-22T10:02:15.963" v="1081" actId="20577"/>
          <ac:spMkLst>
            <pc:docMk/>
            <pc:sldMk cId="1527860503" sldId="263"/>
            <ac:spMk id="3" creationId="{02DFEEE3-8DC6-9EDF-29A6-3A40C1D5CE78}"/>
          </ac:spMkLst>
        </pc:spChg>
        <pc:spChg chg="add mod">
          <ac:chgData name="Gastbenutzer" userId="" providerId="Windows Live" clId="Web-{8EC21F6A-982D-074A-1635-8460CFFDB5AE}" dt="2025-10-22T09:59:32.759" v="1031"/>
          <ac:spMkLst>
            <pc:docMk/>
            <pc:sldMk cId="1527860503" sldId="263"/>
            <ac:spMk id="5" creationId="{CA0A480D-BF35-295B-7E0A-9DED71F27ACD}"/>
          </ac:spMkLst>
        </pc:spChg>
        <pc:spChg chg="add del">
          <ac:chgData name="Gastbenutzer" userId="" providerId="Windows Live" clId="Web-{8EC21F6A-982D-074A-1635-8460CFFDB5AE}" dt="2025-10-22T09:59:37.603" v="1039"/>
          <ac:spMkLst>
            <pc:docMk/>
            <pc:sldMk cId="1527860503" sldId="263"/>
            <ac:spMk id="7" creationId="{6F8322F6-460B-0AEE-581A-C5D022FB51C9}"/>
          </ac:spMkLst>
        </pc:spChg>
        <pc:spChg chg="add del">
          <ac:chgData name="Gastbenutzer" userId="" providerId="Windows Live" clId="Web-{8EC21F6A-982D-074A-1635-8460CFFDB5AE}" dt="2025-10-22T09:59:37.603" v="1038"/>
          <ac:spMkLst>
            <pc:docMk/>
            <pc:sldMk cId="1527860503" sldId="263"/>
            <ac:spMk id="9" creationId="{519DC556-DEF3-2829-AFBA-7BD4A0A5A426}"/>
          </ac:spMkLst>
        </pc:spChg>
        <pc:spChg chg="add del">
          <ac:chgData name="Gastbenutzer" userId="" providerId="Windows Live" clId="Web-{8EC21F6A-982D-074A-1635-8460CFFDB5AE}" dt="2025-10-22T09:59:37.603" v="1037"/>
          <ac:spMkLst>
            <pc:docMk/>
            <pc:sldMk cId="1527860503" sldId="263"/>
            <ac:spMk id="11" creationId="{1FBD0A26-0B1C-452D-9D82-DEB3B32BCD8C}"/>
          </ac:spMkLst>
        </pc:spChg>
        <pc:spChg chg="add del">
          <ac:chgData name="Gastbenutzer" userId="" providerId="Windows Live" clId="Web-{8EC21F6A-982D-074A-1635-8460CFFDB5AE}" dt="2025-10-22T09:59:37.603" v="1036"/>
          <ac:spMkLst>
            <pc:docMk/>
            <pc:sldMk cId="1527860503" sldId="263"/>
            <ac:spMk id="13" creationId="{74415DEA-ACD8-8AA1-8E9F-B771A06B9F65}"/>
          </ac:spMkLst>
        </pc:spChg>
      </pc:sldChg>
      <pc:sldChg chg="addSp delSp modSp new ord">
        <pc:chgData name="Gastbenutzer" userId="" providerId="Windows Live" clId="Web-{8EC21F6A-982D-074A-1635-8460CFFDB5AE}" dt="2025-10-22T14:36:26.147" v="2571" actId="20577"/>
        <pc:sldMkLst>
          <pc:docMk/>
          <pc:sldMk cId="3010862716" sldId="264"/>
        </pc:sldMkLst>
        <pc:spChg chg="mod">
          <ac:chgData name="Gastbenutzer" userId="" providerId="Windows Live" clId="Web-{8EC21F6A-982D-074A-1635-8460CFFDB5AE}" dt="2025-10-22T12:12:03.483" v="1892" actId="20577"/>
          <ac:spMkLst>
            <pc:docMk/>
            <pc:sldMk cId="3010862716" sldId="264"/>
            <ac:spMk id="2" creationId="{2EC00E37-2B64-E936-06CC-86986646A1C0}"/>
          </ac:spMkLst>
        </pc:spChg>
        <pc:spChg chg="mod">
          <ac:chgData name="Gastbenutzer" userId="" providerId="Windows Live" clId="Web-{8EC21F6A-982D-074A-1635-8460CFFDB5AE}" dt="2025-10-22T14:36:26.147" v="2571" actId="20577"/>
          <ac:spMkLst>
            <pc:docMk/>
            <pc:sldMk cId="3010862716" sldId="264"/>
            <ac:spMk id="3" creationId="{9078B3A4-BE07-60ED-70BD-69E45EA84CD6}"/>
          </ac:spMkLst>
        </pc:spChg>
        <pc:spChg chg="add del">
          <ac:chgData name="Gastbenutzer" userId="" providerId="Windows Live" clId="Web-{8EC21F6A-982D-074A-1635-8460CFFDB5AE}" dt="2025-10-22T14:25:11.249" v="2507"/>
          <ac:spMkLst>
            <pc:docMk/>
            <pc:sldMk cId="3010862716" sldId="264"/>
            <ac:spMk id="5" creationId="{A82A44B3-8C86-25FA-79E9-90FB3483AE4C}"/>
          </ac:spMkLst>
        </pc:spChg>
        <pc:spChg chg="add del">
          <ac:chgData name="Gastbenutzer" userId="" providerId="Windows Live" clId="Web-{8EC21F6A-982D-074A-1635-8460CFFDB5AE}" dt="2025-10-22T14:25:11.249" v="2506"/>
          <ac:spMkLst>
            <pc:docMk/>
            <pc:sldMk cId="3010862716" sldId="264"/>
            <ac:spMk id="7" creationId="{9DA0B7C4-91FD-2312-FAD5-BC2677E92867}"/>
          </ac:spMkLst>
        </pc:spChg>
        <pc:spChg chg="add del">
          <ac:chgData name="Gastbenutzer" userId="" providerId="Windows Live" clId="Web-{8EC21F6A-982D-074A-1635-8460CFFDB5AE}" dt="2025-10-22T14:25:11.249" v="2505"/>
          <ac:spMkLst>
            <pc:docMk/>
            <pc:sldMk cId="3010862716" sldId="264"/>
            <ac:spMk id="9" creationId="{1DBF3144-E1EB-D884-659B-2E15591F15BD}"/>
          </ac:spMkLst>
        </pc:spChg>
        <pc:spChg chg="add">
          <ac:chgData name="Gastbenutzer" userId="" providerId="Windows Live" clId="Web-{8EC21F6A-982D-074A-1635-8460CFFDB5AE}" dt="2025-10-22T14:25:19.234" v="2508"/>
          <ac:spMkLst>
            <pc:docMk/>
            <pc:sldMk cId="3010862716" sldId="264"/>
            <ac:spMk id="11" creationId="{E8BD7209-A4C7-F19B-CDBE-D1E2007A9DA9}"/>
          </ac:spMkLst>
        </pc:spChg>
        <pc:spChg chg="add">
          <ac:chgData name="Gastbenutzer" userId="" providerId="Windows Live" clId="Web-{8EC21F6A-982D-074A-1635-8460CFFDB5AE}" dt="2025-10-22T14:25:26.641" v="2509"/>
          <ac:spMkLst>
            <pc:docMk/>
            <pc:sldMk cId="3010862716" sldId="264"/>
            <ac:spMk id="13" creationId="{2F6B0BB3-AAB1-8E3B-E29D-9339848FCF5D}"/>
          </ac:spMkLst>
        </pc:spChg>
      </pc:sldChg>
      <pc:sldChg chg="addSp delSp modSp new del ord">
        <pc:chgData name="Gastbenutzer" userId="" providerId="Windows Live" clId="Web-{8EC21F6A-982D-074A-1635-8460CFFDB5AE}" dt="2025-10-22T13:04:27.859" v="2499"/>
        <pc:sldMkLst>
          <pc:docMk/>
          <pc:sldMk cId="1356275916" sldId="265"/>
        </pc:sldMkLst>
      </pc:sldChg>
      <pc:sldChg chg="addSp delSp modSp new del">
        <pc:chgData name="Gastbenutzer" userId="" providerId="Windows Live" clId="Web-{8EC21F6A-982D-074A-1635-8460CFFDB5AE}" dt="2025-10-22T13:04:32" v="2500"/>
        <pc:sldMkLst>
          <pc:docMk/>
          <pc:sldMk cId="3469417897" sldId="266"/>
        </pc:sldMkLst>
      </pc:sldChg>
      <pc:sldChg chg="addSp delSp modSp new del">
        <pc:chgData name="Gastbenutzer" userId="" providerId="Windows Live" clId="Web-{8EC21F6A-982D-074A-1635-8460CFFDB5AE}" dt="2025-10-22T14:36:36.928" v="2574"/>
        <pc:sldMkLst>
          <pc:docMk/>
          <pc:sldMk cId="1510204465" sldId="267"/>
        </pc:sldMkLst>
      </pc:sldChg>
      <pc:sldChg chg="addSp delSp modSp new del">
        <pc:chgData name="Gastbenutzer" userId="" providerId="Windows Live" clId="Web-{8EC21F6A-982D-074A-1635-8460CFFDB5AE}" dt="2025-10-22T13:04:38.109" v="2501"/>
        <pc:sldMkLst>
          <pc:docMk/>
          <pc:sldMk cId="3437601292" sldId="268"/>
        </pc:sldMkLst>
      </pc:sldChg>
      <pc:sldChg chg="addSp modSp new ord">
        <pc:chgData name="Gastbenutzer" userId="" providerId="Windows Live" clId="Web-{8EC21F6A-982D-074A-1635-8460CFFDB5AE}" dt="2025-10-22T14:46:27.901" v="2708" actId="20577"/>
        <pc:sldMkLst>
          <pc:docMk/>
          <pc:sldMk cId="2888707022" sldId="269"/>
        </pc:sldMkLst>
        <pc:spChg chg="mod">
          <ac:chgData name="Gastbenutzer" userId="" providerId="Windows Live" clId="Web-{8EC21F6A-982D-074A-1635-8460CFFDB5AE}" dt="2025-10-22T14:46:27.901" v="2708" actId="20577"/>
          <ac:spMkLst>
            <pc:docMk/>
            <pc:sldMk cId="2888707022" sldId="269"/>
            <ac:spMk id="2" creationId="{D2CB572A-E76E-FEE3-8215-D0002A9190D6}"/>
          </ac:spMkLst>
        </pc:spChg>
        <pc:spChg chg="mod">
          <ac:chgData name="Gastbenutzer" userId="" providerId="Windows Live" clId="Web-{8EC21F6A-982D-074A-1635-8460CFFDB5AE}" dt="2025-10-22T13:01:45.822" v="2494" actId="20577"/>
          <ac:spMkLst>
            <pc:docMk/>
            <pc:sldMk cId="2888707022" sldId="269"/>
            <ac:spMk id="3" creationId="{6F861A18-7BE1-99A9-5D48-EC8D8F13FB28}"/>
          </ac:spMkLst>
        </pc:spChg>
        <pc:spChg chg="add">
          <ac:chgData name="Gastbenutzer" userId="" providerId="Windows Live" clId="Web-{8EC21F6A-982D-074A-1635-8460CFFDB5AE}" dt="2025-10-22T14:25:51.298" v="2520"/>
          <ac:spMkLst>
            <pc:docMk/>
            <pc:sldMk cId="2888707022" sldId="269"/>
            <ac:spMk id="5" creationId="{B8E8D532-B0BE-812E-F8BF-8CB3B8C7DB1C}"/>
          </ac:spMkLst>
        </pc:spChg>
        <pc:spChg chg="add">
          <ac:chgData name="Gastbenutzer" userId="" providerId="Windows Live" clId="Web-{8EC21F6A-982D-074A-1635-8460CFFDB5AE}" dt="2025-10-22T14:25:51.313" v="2521"/>
          <ac:spMkLst>
            <pc:docMk/>
            <pc:sldMk cId="2888707022" sldId="269"/>
            <ac:spMk id="7" creationId="{F82E95A1-16F2-F8EC-4E86-F5C5E871F78C}"/>
          </ac:spMkLst>
        </pc:spChg>
      </pc:sldChg>
      <pc:sldChg chg="addSp delSp modSp new">
        <pc:chgData name="Gastbenutzer" userId="" providerId="Windows Live" clId="Web-{8EC21F6A-982D-074A-1635-8460CFFDB5AE}" dt="2025-10-22T10:16:15.894" v="1200" actId="1076"/>
        <pc:sldMkLst>
          <pc:docMk/>
          <pc:sldMk cId="2275425050" sldId="270"/>
        </pc:sldMkLst>
        <pc:spChg chg="mod">
          <ac:chgData name="Gastbenutzer" userId="" providerId="Windows Live" clId="Web-{8EC21F6A-982D-074A-1635-8460CFFDB5AE}" dt="2025-10-22T10:00:48.853" v="1065" actId="20577"/>
          <ac:spMkLst>
            <pc:docMk/>
            <pc:sldMk cId="2275425050" sldId="270"/>
            <ac:spMk id="3" creationId="{0F7DB7E9-755B-431B-5884-A243BD676D64}"/>
          </ac:spMkLst>
        </pc:spChg>
        <pc:spChg chg="add">
          <ac:chgData name="Gastbenutzer" userId="" providerId="Windows Live" clId="Web-{8EC21F6A-982D-074A-1635-8460CFFDB5AE}" dt="2025-10-22T09:59:46.853" v="1042"/>
          <ac:spMkLst>
            <pc:docMk/>
            <pc:sldMk cId="2275425050" sldId="270"/>
            <ac:spMk id="5" creationId="{BBAFEDAC-5506-665E-56C4-880D637843A9}"/>
          </ac:spMkLst>
        </pc:spChg>
        <pc:spChg chg="add mod">
          <ac:chgData name="Gastbenutzer" userId="" providerId="Windows Live" clId="Web-{8EC21F6A-982D-074A-1635-8460CFFDB5AE}" dt="2025-10-22T10:00:00.165" v="1052" actId="20577"/>
          <ac:spMkLst>
            <pc:docMk/>
            <pc:sldMk cId="2275425050" sldId="270"/>
            <ac:spMk id="7" creationId="{B4C62DDC-630E-5476-276D-A8F160F6141E}"/>
          </ac:spMkLst>
        </pc:spChg>
        <pc:spChg chg="add">
          <ac:chgData name="Gastbenutzer" userId="" providerId="Windows Live" clId="Web-{8EC21F6A-982D-074A-1635-8460CFFDB5AE}" dt="2025-10-22T09:59:46.884" v="1044"/>
          <ac:spMkLst>
            <pc:docMk/>
            <pc:sldMk cId="2275425050" sldId="270"/>
            <ac:spMk id="9" creationId="{E6B11A41-9497-FCAA-A657-D603A160F4A4}"/>
          </ac:spMkLst>
        </pc:spChg>
        <pc:spChg chg="add">
          <ac:chgData name="Gastbenutzer" userId="" providerId="Windows Live" clId="Web-{8EC21F6A-982D-074A-1635-8460CFFDB5AE}" dt="2025-10-22T09:59:46.900" v="1045"/>
          <ac:spMkLst>
            <pc:docMk/>
            <pc:sldMk cId="2275425050" sldId="270"/>
            <ac:spMk id="11" creationId="{9B33CB0E-9C90-6EEC-6120-145076E86AD2}"/>
          </ac:spMkLst>
        </pc:spChg>
        <pc:spChg chg="add del">
          <ac:chgData name="Gastbenutzer" userId="" providerId="Windows Live" clId="Web-{8EC21F6A-982D-074A-1635-8460CFFDB5AE}" dt="2025-10-22T10:00:46.415" v="1064"/>
          <ac:spMkLst>
            <pc:docMk/>
            <pc:sldMk cId="2275425050" sldId="270"/>
            <ac:spMk id="13" creationId="{E79CEC00-5DFA-2168-4CFD-D182359543FE}"/>
          </ac:spMkLst>
        </pc:spChg>
        <pc:spChg chg="add del">
          <ac:chgData name="Gastbenutzer" userId="" providerId="Windows Live" clId="Web-{8EC21F6A-982D-074A-1635-8460CFFDB5AE}" dt="2025-10-22T10:00:46.415" v="1063"/>
          <ac:spMkLst>
            <pc:docMk/>
            <pc:sldMk cId="2275425050" sldId="270"/>
            <ac:spMk id="15" creationId="{246BBA36-3598-A02E-034E-A619ED49BF23}"/>
          </ac:spMkLst>
        </pc:spChg>
        <pc:spChg chg="add del">
          <ac:chgData name="Gastbenutzer" userId="" providerId="Windows Live" clId="Web-{8EC21F6A-982D-074A-1635-8460CFFDB5AE}" dt="2025-10-22T10:00:46.415" v="1062"/>
          <ac:spMkLst>
            <pc:docMk/>
            <pc:sldMk cId="2275425050" sldId="270"/>
            <ac:spMk id="17" creationId="{AC72173E-F7E4-C261-8475-DBA4D948C46D}"/>
          </ac:spMkLst>
        </pc:spChg>
        <pc:spChg chg="add del">
          <ac:chgData name="Gastbenutzer" userId="" providerId="Windows Live" clId="Web-{8EC21F6A-982D-074A-1635-8460CFFDB5AE}" dt="2025-10-22T10:00:46.415" v="1061"/>
          <ac:spMkLst>
            <pc:docMk/>
            <pc:sldMk cId="2275425050" sldId="270"/>
            <ac:spMk id="19" creationId="{9EF7B219-2ED3-4E6E-3C1E-BF373D11CE66}"/>
          </ac:spMkLst>
        </pc:spChg>
        <pc:spChg chg="add del">
          <ac:chgData name="Gastbenutzer" userId="" providerId="Windows Live" clId="Web-{8EC21F6A-982D-074A-1635-8460CFFDB5AE}" dt="2025-10-22T10:01:30.962" v="1075"/>
          <ac:spMkLst>
            <pc:docMk/>
            <pc:sldMk cId="2275425050" sldId="270"/>
            <ac:spMk id="20" creationId="{26A2DF8F-AF20-BDA6-9F85-D3C8A8448439}"/>
          </ac:spMkLst>
        </pc:spChg>
        <pc:spChg chg="add del mod">
          <ac:chgData name="Gastbenutzer" userId="" providerId="Windows Live" clId="Web-{8EC21F6A-982D-074A-1635-8460CFFDB5AE}" dt="2025-10-22T10:15:51.722" v="1196"/>
          <ac:spMkLst>
            <pc:docMk/>
            <pc:sldMk cId="2275425050" sldId="270"/>
            <ac:spMk id="21" creationId="{D22196E6-F201-59E4-BC4E-57D1157A1248}"/>
          </ac:spMkLst>
        </pc:spChg>
        <pc:graphicFrameChg chg="add mod modGraphic">
          <ac:chgData name="Gastbenutzer" userId="" providerId="Windows Live" clId="Web-{8EC21F6A-982D-074A-1635-8460CFFDB5AE}" dt="2025-10-22T10:16:15.894" v="1200" actId="1076"/>
          <ac:graphicFrameMkLst>
            <pc:docMk/>
            <pc:sldMk cId="2275425050" sldId="270"/>
            <ac:graphicFrameMk id="23" creationId="{64E3FF9A-EE47-CB4F-3FFD-7DFC6D079687}"/>
          </ac:graphicFrameMkLst>
        </pc:graphicFrameChg>
      </pc:sldChg>
      <pc:sldChg chg="addSp modSp add ord replId">
        <pc:chgData name="Gastbenutzer" userId="" providerId="Windows Live" clId="Web-{8EC21F6A-982D-074A-1635-8460CFFDB5AE}" dt="2025-10-22T11:35:10.632" v="1832" actId="20577"/>
        <pc:sldMkLst>
          <pc:docMk/>
          <pc:sldMk cId="4271592829" sldId="271"/>
        </pc:sldMkLst>
        <pc:spChg chg="add mod">
          <ac:chgData name="Gastbenutzer" userId="" providerId="Windows Live" clId="Web-{8EC21F6A-982D-074A-1635-8460CFFDB5AE}" dt="2025-10-22T11:31:52.902" v="1672" actId="1076"/>
          <ac:spMkLst>
            <pc:docMk/>
            <pc:sldMk cId="4271592829" sldId="271"/>
            <ac:spMk id="4" creationId="{06280575-F2CE-E2BA-C2DD-E17386595CBE}"/>
          </ac:spMkLst>
        </pc:spChg>
        <pc:spChg chg="mod">
          <ac:chgData name="Gastbenutzer" userId="" providerId="Windows Live" clId="Web-{8EC21F6A-982D-074A-1635-8460CFFDB5AE}" dt="2025-10-22T11:35:10.632" v="1832" actId="20577"/>
          <ac:spMkLst>
            <pc:docMk/>
            <pc:sldMk cId="4271592829" sldId="271"/>
            <ac:spMk id="21" creationId="{6E5201EA-B9A8-EA15-7F98-DDF030BA8A87}"/>
          </ac:spMkLst>
        </pc:spChg>
      </pc:sldChg>
      <pc:sldChg chg="modSp new del">
        <pc:chgData name="Gastbenutzer" userId="" providerId="Windows Live" clId="Web-{8EC21F6A-982D-074A-1635-8460CFFDB5AE}" dt="2025-10-22T11:36:19.744" v="1855"/>
        <pc:sldMkLst>
          <pc:docMk/>
          <pc:sldMk cId="1915239363" sldId="272"/>
        </pc:sldMkLst>
        <pc:spChg chg="mod">
          <ac:chgData name="Gastbenutzer" userId="" providerId="Windows Live" clId="Web-{8EC21F6A-982D-074A-1635-8460CFFDB5AE}" dt="2025-10-22T11:35:31.586" v="1836" actId="20577"/>
          <ac:spMkLst>
            <pc:docMk/>
            <pc:sldMk cId="1915239363" sldId="272"/>
            <ac:spMk id="2" creationId="{8FEDD6AF-9CD6-7118-B962-3690BA16C083}"/>
          </ac:spMkLst>
        </pc:spChg>
      </pc:sldChg>
      <pc:sldChg chg="add del replId">
        <pc:chgData name="Gastbenutzer" userId="" providerId="Windows Live" clId="Web-{8EC21F6A-982D-074A-1635-8460CFFDB5AE}" dt="2025-10-22T10:16:27.426" v="1201"/>
        <pc:sldMkLst>
          <pc:docMk/>
          <pc:sldMk cId="4081427921" sldId="272"/>
        </pc:sldMkLst>
      </pc:sldChg>
      <pc:sldChg chg="delSp modSp add replId">
        <pc:chgData name="Gastbenutzer" userId="" providerId="Windows Live" clId="Web-{8EC21F6A-982D-074A-1635-8460CFFDB5AE}" dt="2025-10-22T11:36:11.603" v="1854"/>
        <pc:sldMkLst>
          <pc:docMk/>
          <pc:sldMk cId="3225411406" sldId="273"/>
        </pc:sldMkLst>
        <pc:spChg chg="del">
          <ac:chgData name="Gastbenutzer" userId="" providerId="Windows Live" clId="Web-{8EC21F6A-982D-074A-1635-8460CFFDB5AE}" dt="2025-10-22T11:35:54.712" v="1848"/>
          <ac:spMkLst>
            <pc:docMk/>
            <pc:sldMk cId="3225411406" sldId="273"/>
            <ac:spMk id="4" creationId="{A49C1DF6-C9BF-50C7-B53C-27E3E5632673}"/>
          </ac:spMkLst>
        </pc:spChg>
        <pc:spChg chg="mod">
          <ac:chgData name="Gastbenutzer" userId="" providerId="Windows Live" clId="Web-{8EC21F6A-982D-074A-1635-8460CFFDB5AE}" dt="2025-10-22T11:35:50.758" v="1847" actId="20577"/>
          <ac:spMkLst>
            <pc:docMk/>
            <pc:sldMk cId="3225411406" sldId="273"/>
            <ac:spMk id="7" creationId="{E930157C-DEC4-AE48-D36E-CF61BF393F9D}"/>
          </ac:spMkLst>
        </pc:spChg>
        <pc:spChg chg="del mod">
          <ac:chgData name="Gastbenutzer" userId="" providerId="Windows Live" clId="Web-{8EC21F6A-982D-074A-1635-8460CFFDB5AE}" dt="2025-10-22T11:36:11.603" v="1854"/>
          <ac:spMkLst>
            <pc:docMk/>
            <pc:sldMk cId="3225411406" sldId="273"/>
            <ac:spMk id="21" creationId="{DDD1936E-4B12-2F14-29DF-3F64E72E488D}"/>
          </ac:spMkLst>
        </pc:spChg>
      </pc:sldChg>
      <pc:sldChg chg="addSp delSp modSp new mod setBg">
        <pc:chgData name="Gastbenutzer" userId="" providerId="Windows Live" clId="Web-{8EC21F6A-982D-074A-1635-8460CFFDB5AE}" dt="2025-10-22T14:46:07.541" v="2700" actId="20577"/>
        <pc:sldMkLst>
          <pc:docMk/>
          <pc:sldMk cId="2080380852" sldId="274"/>
        </pc:sldMkLst>
        <pc:spChg chg="mod">
          <ac:chgData name="Gastbenutzer" userId="" providerId="Windows Live" clId="Web-{8EC21F6A-982D-074A-1635-8460CFFDB5AE}" dt="2025-10-22T14:44:59.320" v="2695"/>
          <ac:spMkLst>
            <pc:docMk/>
            <pc:sldMk cId="2080380852" sldId="274"/>
            <ac:spMk id="2" creationId="{8E014998-7273-8ACF-3682-21A49B067EE0}"/>
          </ac:spMkLst>
        </pc:spChg>
        <pc:spChg chg="del">
          <ac:chgData name="Gastbenutzer" userId="" providerId="Windows Live" clId="Web-{8EC21F6A-982D-074A-1635-8460CFFDB5AE}" dt="2025-10-22T12:34:49.089" v="2066"/>
          <ac:spMkLst>
            <pc:docMk/>
            <pc:sldMk cId="2080380852" sldId="274"/>
            <ac:spMk id="3" creationId="{97AD990A-BCB2-3589-C2DD-2CCE5A20E88D}"/>
          </ac:spMkLst>
        </pc:spChg>
        <pc:spChg chg="add del">
          <ac:chgData name="Gastbenutzer" userId="" providerId="Windows Live" clId="Web-{8EC21F6A-982D-074A-1635-8460CFFDB5AE}" dt="2025-10-22T14:44:59.320" v="2695"/>
          <ac:spMkLst>
            <pc:docMk/>
            <pc:sldMk cId="2080380852" sldId="274"/>
            <ac:spMk id="5" creationId="{3B5B6DD2-6532-427B-6F31-BF1990150E36}"/>
          </ac:spMkLst>
        </pc:spChg>
        <pc:spChg chg="add del">
          <ac:chgData name="Gastbenutzer" userId="" providerId="Windows Live" clId="Web-{8EC21F6A-982D-074A-1635-8460CFFDB5AE}" dt="2025-10-22T14:44:59.320" v="2695"/>
          <ac:spMkLst>
            <pc:docMk/>
            <pc:sldMk cId="2080380852" sldId="274"/>
            <ac:spMk id="7" creationId="{A165DA80-67D7-EA7A-2D17-5EED3FD176A0}"/>
          </ac:spMkLst>
        </pc:spChg>
        <pc:spChg chg="add del mod">
          <ac:chgData name="Gastbenutzer" userId="" providerId="Windows Live" clId="Web-{8EC21F6A-982D-074A-1635-8460CFFDB5AE}" dt="2025-10-22T14:44:49.789" v="2692"/>
          <ac:spMkLst>
            <pc:docMk/>
            <pc:sldMk cId="2080380852" sldId="274"/>
            <ac:spMk id="9" creationId="{8D983F9C-12EB-0FDB-F5CB-987C326EDE34}"/>
          </ac:spMkLst>
        </pc:spChg>
        <pc:spChg chg="add mod">
          <ac:chgData name="Gastbenutzer" userId="" providerId="Windows Live" clId="Web-{8EC21F6A-982D-074A-1635-8460CFFDB5AE}" dt="2025-10-22T14:46:07.541" v="2700" actId="20577"/>
          <ac:spMkLst>
            <pc:docMk/>
            <pc:sldMk cId="2080380852" sldId="274"/>
            <ac:spMk id="11" creationId="{F076008B-A15D-442E-85B0-8E4BAD6114A5}"/>
          </ac:spMkLst>
        </pc:spChg>
        <pc:picChg chg="add del mod ord">
          <ac:chgData name="Gastbenutzer" userId="" providerId="Windows Live" clId="Web-{8EC21F6A-982D-074A-1635-8460CFFDB5AE}" dt="2025-10-22T14:44:48.851" v="2691"/>
          <ac:picMkLst>
            <pc:docMk/>
            <pc:sldMk cId="2080380852" sldId="274"/>
            <ac:picMk id="4" creationId="{09BA3C26-3ACF-7916-26FC-1BB8E001B519}"/>
          </ac:picMkLst>
        </pc:picChg>
        <pc:picChg chg="add mod ord">
          <ac:chgData name="Gastbenutzer" userId="" providerId="Windows Live" clId="Web-{8EC21F6A-982D-074A-1635-8460CFFDB5AE}" dt="2025-10-22T14:44:59.320" v="2695"/>
          <ac:picMkLst>
            <pc:docMk/>
            <pc:sldMk cId="2080380852" sldId="274"/>
            <ac:picMk id="10" creationId="{58E3EDE6-D448-88A2-2E57-C20EAA2EED7E}"/>
          </ac:picMkLst>
        </pc:picChg>
        <pc:cxnChg chg="add">
          <ac:chgData name="Gastbenutzer" userId="" providerId="Windows Live" clId="Web-{8EC21F6A-982D-074A-1635-8460CFFDB5AE}" dt="2025-10-22T14:44:59.320" v="2695"/>
          <ac:cxnSpMkLst>
            <pc:docMk/>
            <pc:sldMk cId="2080380852" sldId="274"/>
            <ac:cxnSpMk id="15" creationId="{192712F8-36FA-35DF-0CE8-4098D93322A3}"/>
          </ac:cxnSpMkLst>
        </pc:cxnChg>
        <pc:cxnChg chg="add">
          <ac:chgData name="Gastbenutzer" userId="" providerId="Windows Live" clId="Web-{8EC21F6A-982D-074A-1635-8460CFFDB5AE}" dt="2025-10-22T14:44:59.320" v="2695"/>
          <ac:cxnSpMkLst>
            <pc:docMk/>
            <pc:sldMk cId="2080380852" sldId="274"/>
            <ac:cxnSpMk id="17" creationId="{AF9469B9-6468-5B6A-E832-8D4590388432}"/>
          </ac:cxnSpMkLst>
        </pc:cxnChg>
      </pc:sldChg>
      <pc:sldChg chg="addSp modSp add replId">
        <pc:chgData name="Gastbenutzer" userId="" providerId="Windows Live" clId="Web-{8EC21F6A-982D-074A-1635-8460CFFDB5AE}" dt="2025-10-22T14:39:41.015" v="2688" actId="20577"/>
        <pc:sldMkLst>
          <pc:docMk/>
          <pc:sldMk cId="1607912026" sldId="275"/>
        </pc:sldMkLst>
        <pc:spChg chg="mod">
          <ac:chgData name="Gastbenutzer" userId="" providerId="Windows Live" clId="Web-{8EC21F6A-982D-074A-1635-8460CFFDB5AE}" dt="2025-10-22T12:42:19.927" v="2099" actId="20577"/>
          <ac:spMkLst>
            <pc:docMk/>
            <pc:sldMk cId="1607912026" sldId="275"/>
            <ac:spMk id="2" creationId="{9069416D-831D-8668-3D5B-AB190AF72EB3}"/>
          </ac:spMkLst>
        </pc:spChg>
        <pc:spChg chg="mod">
          <ac:chgData name="Gastbenutzer" userId="" providerId="Windows Live" clId="Web-{8EC21F6A-982D-074A-1635-8460CFFDB5AE}" dt="2025-10-22T14:39:41.015" v="2688" actId="20577"/>
          <ac:spMkLst>
            <pc:docMk/>
            <pc:sldMk cId="1607912026" sldId="275"/>
            <ac:spMk id="3" creationId="{98CB5E09-523C-9F79-43DD-37813D7418E2}"/>
          </ac:spMkLst>
        </pc:spChg>
        <pc:spChg chg="add">
          <ac:chgData name="Gastbenutzer" userId="" providerId="Windows Live" clId="Web-{8EC21F6A-982D-074A-1635-8460CFFDB5AE}" dt="2025-10-22T14:25:35.829" v="2510"/>
          <ac:spMkLst>
            <pc:docMk/>
            <pc:sldMk cId="1607912026" sldId="275"/>
            <ac:spMk id="5" creationId="{5479F44C-B995-0E4C-632A-396504201452}"/>
          </ac:spMkLst>
        </pc:spChg>
        <pc:spChg chg="add">
          <ac:chgData name="Gastbenutzer" userId="" providerId="Windows Live" clId="Web-{8EC21F6A-982D-074A-1635-8460CFFDB5AE}" dt="2025-10-22T14:25:35.829" v="2511"/>
          <ac:spMkLst>
            <pc:docMk/>
            <pc:sldMk cId="1607912026" sldId="275"/>
            <ac:spMk id="7" creationId="{FEB52525-BF8B-CAD6-40CE-4B8A6C8CDE78}"/>
          </ac:spMkLst>
        </pc:spChg>
      </pc:sldChg>
      <pc:sldChg chg="addSp modSp add replId">
        <pc:chgData name="Gastbenutzer" userId="" providerId="Windows Live" clId="Web-{8EC21F6A-982D-074A-1635-8460CFFDB5AE}" dt="2025-10-22T14:39:50.187" v="2690" actId="20577"/>
        <pc:sldMkLst>
          <pc:docMk/>
          <pc:sldMk cId="1866720194" sldId="276"/>
        </pc:sldMkLst>
        <pc:spChg chg="mod">
          <ac:chgData name="Gastbenutzer" userId="" providerId="Windows Live" clId="Web-{8EC21F6A-982D-074A-1635-8460CFFDB5AE}" dt="2025-10-22T12:43:20.853" v="2105" actId="20577"/>
          <ac:spMkLst>
            <pc:docMk/>
            <pc:sldMk cId="1866720194" sldId="276"/>
            <ac:spMk id="2" creationId="{5A1F8D91-D00D-8F72-B55F-359060A3F2D3}"/>
          </ac:spMkLst>
        </pc:spChg>
        <pc:spChg chg="mod">
          <ac:chgData name="Gastbenutzer" userId="" providerId="Windows Live" clId="Web-{8EC21F6A-982D-074A-1635-8460CFFDB5AE}" dt="2025-10-22T14:39:50.187" v="2690" actId="20577"/>
          <ac:spMkLst>
            <pc:docMk/>
            <pc:sldMk cId="1866720194" sldId="276"/>
            <ac:spMk id="3" creationId="{3DC955CB-250F-39FF-7B8E-5BEB1D7A6D87}"/>
          </ac:spMkLst>
        </pc:spChg>
        <pc:spChg chg="add">
          <ac:chgData name="Gastbenutzer" userId="" providerId="Windows Live" clId="Web-{8EC21F6A-982D-074A-1635-8460CFFDB5AE}" dt="2025-10-22T14:25:39.141" v="2512"/>
          <ac:spMkLst>
            <pc:docMk/>
            <pc:sldMk cId="1866720194" sldId="276"/>
            <ac:spMk id="5" creationId="{471B717D-6A98-5760-010D-D9021CBDD6D3}"/>
          </ac:spMkLst>
        </pc:spChg>
        <pc:spChg chg="add">
          <ac:chgData name="Gastbenutzer" userId="" providerId="Windows Live" clId="Web-{8EC21F6A-982D-074A-1635-8460CFFDB5AE}" dt="2025-10-22T14:25:39.141" v="2513"/>
          <ac:spMkLst>
            <pc:docMk/>
            <pc:sldMk cId="1866720194" sldId="276"/>
            <ac:spMk id="7" creationId="{DDC2139E-9938-787A-DE29-2929238BC2EC}"/>
          </ac:spMkLst>
        </pc:spChg>
      </pc:sldChg>
      <pc:sldChg chg="addSp modSp add replId">
        <pc:chgData name="Gastbenutzer" userId="" providerId="Windows Live" clId="Web-{8EC21F6A-982D-074A-1635-8460CFFDB5AE}" dt="2025-10-22T14:25:42.016" v="2515"/>
        <pc:sldMkLst>
          <pc:docMk/>
          <pc:sldMk cId="1163050837" sldId="277"/>
        </pc:sldMkLst>
        <pc:spChg chg="mod">
          <ac:chgData name="Gastbenutzer" userId="" providerId="Windows Live" clId="Web-{8EC21F6A-982D-074A-1635-8460CFFDB5AE}" dt="2025-10-22T12:43:51.698" v="2111" actId="20577"/>
          <ac:spMkLst>
            <pc:docMk/>
            <pc:sldMk cId="1163050837" sldId="277"/>
            <ac:spMk id="2" creationId="{20CA331C-0360-04F9-0A99-0D303AC0BB22}"/>
          </ac:spMkLst>
        </pc:spChg>
        <pc:spChg chg="mod">
          <ac:chgData name="Gastbenutzer" userId="" providerId="Windows Live" clId="Web-{8EC21F6A-982D-074A-1635-8460CFFDB5AE}" dt="2025-10-22T12:33:32.853" v="2062" actId="20577"/>
          <ac:spMkLst>
            <pc:docMk/>
            <pc:sldMk cId="1163050837" sldId="277"/>
            <ac:spMk id="3" creationId="{AEC9C194-C160-D76D-1BE2-742C668F7D0A}"/>
          </ac:spMkLst>
        </pc:spChg>
        <pc:spChg chg="add">
          <ac:chgData name="Gastbenutzer" userId="" providerId="Windows Live" clId="Web-{8EC21F6A-982D-074A-1635-8460CFFDB5AE}" dt="2025-10-22T14:25:42.001" v="2514"/>
          <ac:spMkLst>
            <pc:docMk/>
            <pc:sldMk cId="1163050837" sldId="277"/>
            <ac:spMk id="5" creationId="{17DB0151-C16B-15B0-F1C4-02A59299979B}"/>
          </ac:spMkLst>
        </pc:spChg>
        <pc:spChg chg="add">
          <ac:chgData name="Gastbenutzer" userId="" providerId="Windows Live" clId="Web-{8EC21F6A-982D-074A-1635-8460CFFDB5AE}" dt="2025-10-22T14:25:42.016" v="2515"/>
          <ac:spMkLst>
            <pc:docMk/>
            <pc:sldMk cId="1163050837" sldId="277"/>
            <ac:spMk id="7" creationId="{D719BA6A-AD90-A9B1-A027-607E72575870}"/>
          </ac:spMkLst>
        </pc:spChg>
      </pc:sldChg>
      <pc:sldChg chg="addSp modSp add replId">
        <pc:chgData name="Gastbenutzer" userId="" providerId="Windows Live" clId="Web-{8EC21F6A-982D-074A-1635-8460CFFDB5AE}" dt="2025-10-22T14:25:45.016" v="2517"/>
        <pc:sldMkLst>
          <pc:docMk/>
          <pc:sldMk cId="430117667" sldId="278"/>
        </pc:sldMkLst>
        <pc:spChg chg="mod">
          <ac:chgData name="Gastbenutzer" userId="" providerId="Windows Live" clId="Web-{8EC21F6A-982D-074A-1635-8460CFFDB5AE}" dt="2025-10-22T12:44:10.684" v="2112" actId="20577"/>
          <ac:spMkLst>
            <pc:docMk/>
            <pc:sldMk cId="430117667" sldId="278"/>
            <ac:spMk id="2" creationId="{F0B9CE54-F9C0-B308-7F63-A055EACBFFA8}"/>
          </ac:spMkLst>
        </pc:spChg>
        <pc:spChg chg="mod">
          <ac:chgData name="Gastbenutzer" userId="" providerId="Windows Live" clId="Web-{8EC21F6A-982D-074A-1635-8460CFFDB5AE}" dt="2025-10-22T12:48:03.050" v="2119" actId="20577"/>
          <ac:spMkLst>
            <pc:docMk/>
            <pc:sldMk cId="430117667" sldId="278"/>
            <ac:spMk id="3" creationId="{63E95618-6B8A-BE2A-7B93-FB74DB0E58FA}"/>
          </ac:spMkLst>
        </pc:spChg>
        <pc:spChg chg="add">
          <ac:chgData name="Gastbenutzer" userId="" providerId="Windows Live" clId="Web-{8EC21F6A-982D-074A-1635-8460CFFDB5AE}" dt="2025-10-22T14:25:45.001" v="2516"/>
          <ac:spMkLst>
            <pc:docMk/>
            <pc:sldMk cId="430117667" sldId="278"/>
            <ac:spMk id="5" creationId="{480FE482-5617-D40A-C96E-99CDD713F4C5}"/>
          </ac:spMkLst>
        </pc:spChg>
        <pc:spChg chg="add">
          <ac:chgData name="Gastbenutzer" userId="" providerId="Windows Live" clId="Web-{8EC21F6A-982D-074A-1635-8460CFFDB5AE}" dt="2025-10-22T14:25:45.016" v="2517"/>
          <ac:spMkLst>
            <pc:docMk/>
            <pc:sldMk cId="430117667" sldId="278"/>
            <ac:spMk id="7" creationId="{CA0E919B-58FB-E0EA-534B-F7ACA49FF8F1}"/>
          </ac:spMkLst>
        </pc:spChg>
      </pc:sldChg>
      <pc:sldChg chg="add del replId">
        <pc:chgData name="Gastbenutzer" userId="" providerId="Windows Live" clId="Web-{8EC21F6A-982D-074A-1635-8460CFFDB5AE}" dt="2025-10-22T12:48:17.207" v="2120"/>
        <pc:sldMkLst>
          <pc:docMk/>
          <pc:sldMk cId="1425292621" sldId="279"/>
        </pc:sldMkLst>
      </pc:sldChg>
      <pc:sldChg chg="modSp add del ord replId">
        <pc:chgData name="Gastbenutzer" userId="" providerId="Windows Live" clId="Web-{8EC21F6A-982D-074A-1635-8460CFFDB5AE}" dt="2025-10-22T12:36:59.260" v="2072"/>
        <pc:sldMkLst>
          <pc:docMk/>
          <pc:sldMk cId="1912314002" sldId="280"/>
        </pc:sldMkLst>
        <pc:spChg chg="mod">
          <ac:chgData name="Gastbenutzer" userId="" providerId="Windows Live" clId="Web-{8EC21F6A-982D-074A-1635-8460CFFDB5AE}" dt="2025-10-22T12:36:28.834" v="2071" actId="20577"/>
          <ac:spMkLst>
            <pc:docMk/>
            <pc:sldMk cId="1912314002" sldId="280"/>
            <ac:spMk id="3" creationId="{8248CF80-C271-0AA0-E48A-4BB6B09179D8}"/>
          </ac:spMkLst>
        </pc:spChg>
      </pc:sldChg>
      <pc:sldChg chg="addSp delSp modSp add replId">
        <pc:chgData name="Gastbenutzer" userId="" providerId="Windows Live" clId="Web-{8EC21F6A-982D-074A-1635-8460CFFDB5AE}" dt="2025-10-22T14:48:08.108" v="2746"/>
        <pc:sldMkLst>
          <pc:docMk/>
          <pc:sldMk cId="4205789684" sldId="280"/>
        </pc:sldMkLst>
        <pc:spChg chg="mod">
          <ac:chgData name="Gastbenutzer" userId="" providerId="Windows Live" clId="Web-{8EC21F6A-982D-074A-1635-8460CFFDB5AE}" dt="2025-10-22T14:46:24.182" v="2707" actId="20577"/>
          <ac:spMkLst>
            <pc:docMk/>
            <pc:sldMk cId="4205789684" sldId="280"/>
            <ac:spMk id="2" creationId="{526CABDC-E7BA-29B7-4C2C-E3935A109F15}"/>
          </ac:spMkLst>
        </pc:spChg>
        <pc:spChg chg="del">
          <ac:chgData name="Gastbenutzer" userId="" providerId="Windows Live" clId="Web-{8EC21F6A-982D-074A-1635-8460CFFDB5AE}" dt="2025-10-22T12:39:13.508" v="2085"/>
          <ac:spMkLst>
            <pc:docMk/>
            <pc:sldMk cId="4205789684" sldId="280"/>
            <ac:spMk id="3" creationId="{5FE272A5-8CEB-1F1E-34C6-367650306AAE}"/>
          </ac:spMkLst>
        </pc:spChg>
        <pc:spChg chg="add">
          <ac:chgData name="Gastbenutzer" userId="" providerId="Windows Live" clId="Web-{8EC21F6A-982D-074A-1635-8460CFFDB5AE}" dt="2025-10-22T14:25:54.095" v="2522"/>
          <ac:spMkLst>
            <pc:docMk/>
            <pc:sldMk cId="4205789684" sldId="280"/>
            <ac:spMk id="5" creationId="{AEB3113D-21FF-34F2-0EFC-64F6D72F9D62}"/>
          </ac:spMkLst>
        </pc:spChg>
        <pc:spChg chg="add">
          <ac:chgData name="Gastbenutzer" userId="" providerId="Windows Live" clId="Web-{8EC21F6A-982D-074A-1635-8460CFFDB5AE}" dt="2025-10-22T14:25:54.095" v="2523"/>
          <ac:spMkLst>
            <pc:docMk/>
            <pc:sldMk cId="4205789684" sldId="280"/>
            <ac:spMk id="7" creationId="{36C7ADEF-45E9-3479-80F2-63CA58C254A5}"/>
          </ac:spMkLst>
        </pc:spChg>
        <pc:spChg chg="add del mod">
          <ac:chgData name="Gastbenutzer" userId="" providerId="Windows Live" clId="Web-{8EC21F6A-982D-074A-1635-8460CFFDB5AE}" dt="2025-10-22T14:47:02.934" v="2710"/>
          <ac:spMkLst>
            <pc:docMk/>
            <pc:sldMk cId="4205789684" sldId="280"/>
            <ac:spMk id="9" creationId="{EBAAC0DF-6AFD-0D40-0C4E-7378635BFF14}"/>
          </ac:spMkLst>
        </pc:spChg>
        <pc:graphicFrameChg chg="add mod ord modGraphic">
          <ac:chgData name="Gastbenutzer" userId="" providerId="Windows Live" clId="Web-{8EC21F6A-982D-074A-1635-8460CFFDB5AE}" dt="2025-10-22T14:48:08.108" v="2746"/>
          <ac:graphicFrameMkLst>
            <pc:docMk/>
            <pc:sldMk cId="4205789684" sldId="280"/>
            <ac:graphicFrameMk id="10" creationId="{91491406-3AF5-904C-FA07-75CC225AABBD}"/>
          </ac:graphicFrameMkLst>
        </pc:graphicFrameChg>
        <pc:picChg chg="add del mod ord">
          <ac:chgData name="Gastbenutzer" userId="" providerId="Windows Live" clId="Web-{8EC21F6A-982D-074A-1635-8460CFFDB5AE}" dt="2025-10-22T14:46:53.090" v="2709"/>
          <ac:picMkLst>
            <pc:docMk/>
            <pc:sldMk cId="4205789684" sldId="280"/>
            <ac:picMk id="4" creationId="{44CE26F3-0CB1-D42B-21F8-44B2AA5025B2}"/>
          </ac:picMkLst>
        </pc:picChg>
      </pc:sldChg>
      <pc:sldChg chg="modSp add del replId">
        <pc:chgData name="Gastbenutzer" userId="" providerId="Windows Live" clId="Web-{8EC21F6A-982D-074A-1635-8460CFFDB5AE}" dt="2025-10-22T14:36:33.147" v="2572"/>
        <pc:sldMkLst>
          <pc:docMk/>
          <pc:sldMk cId="1866616455" sldId="281"/>
        </pc:sldMkLst>
        <pc:spChg chg="mod">
          <ac:chgData name="Gastbenutzer" userId="" providerId="Windows Live" clId="Web-{8EC21F6A-982D-074A-1635-8460CFFDB5AE}" dt="2025-10-22T14:34:36.146" v="2568" actId="20577"/>
          <ac:spMkLst>
            <pc:docMk/>
            <pc:sldMk cId="1866616455" sldId="281"/>
            <ac:spMk id="3" creationId="{327A5576-FD94-83E5-986D-2030DC2D6E1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34BAD-59A3-4FC4-8DB8-D2DC1FFD314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5589636-DFF8-4AC6-86E9-F1F9E7581290}">
      <dgm:prSet/>
      <dgm:spPr/>
      <dgm:t>
        <a:bodyPr/>
        <a:lstStyle/>
        <a:p>
          <a:pPr rtl="0"/>
          <a:r>
            <a:rPr lang="de-DE" dirty="0">
              <a:latin typeface="Calibri Light" panose="020F0302020204030204"/>
            </a:rPr>
            <a:t>In</a:t>
          </a:r>
          <a:r>
            <a:rPr lang="de-DE" dirty="0"/>
            <a:t> </a:t>
          </a:r>
          <a:r>
            <a:rPr lang="de-DE" dirty="0" err="1"/>
            <a:t>Switzerland</a:t>
          </a:r>
          <a:r>
            <a:rPr lang="de-DE" dirty="0">
              <a:latin typeface="Calibri Light" panose="020F0302020204030204"/>
            </a:rPr>
            <a:t>,</a:t>
          </a:r>
          <a:r>
            <a:rPr lang="de-DE" dirty="0"/>
            <a:t> </a:t>
          </a:r>
          <a:r>
            <a:rPr lang="de-DE" dirty="0" err="1">
              <a:latin typeface="Calibri Light" panose="020F0302020204030204"/>
            </a:rPr>
            <a:t>it</a:t>
          </a:r>
          <a:r>
            <a:rPr lang="de-DE" dirty="0"/>
            <a:t> </a:t>
          </a:r>
          <a:r>
            <a:rPr lang="de-DE" dirty="0" err="1">
              <a:latin typeface="Calibri Light" panose="020F0302020204030204"/>
            </a:rPr>
            <a:t>is</a:t>
          </a:r>
          <a:r>
            <a:rPr lang="de-DE" dirty="0">
              <a:latin typeface="Calibri Light" panose="020F0302020204030204"/>
            </a:rPr>
            <a:t> </a:t>
          </a:r>
          <a:r>
            <a:rPr lang="de-DE" dirty="0" err="1"/>
            <a:t>challenging</a:t>
          </a:r>
          <a:r>
            <a:rPr lang="de-DE" dirty="0"/>
            <a:t> </a:t>
          </a:r>
          <a:r>
            <a:rPr lang="de-DE" dirty="0" err="1"/>
            <a:t>to</a:t>
          </a:r>
          <a:r>
            <a:rPr lang="de-DE" dirty="0"/>
            <a:t> </a:t>
          </a:r>
          <a:r>
            <a:rPr lang="de-DE" dirty="0" err="1"/>
            <a:t>estimate</a:t>
          </a:r>
          <a:r>
            <a:rPr lang="de-DE" dirty="0"/>
            <a:t> </a:t>
          </a:r>
          <a:r>
            <a:rPr lang="de-DE" dirty="0" err="1"/>
            <a:t>the</a:t>
          </a:r>
          <a:r>
            <a:rPr lang="de-DE" dirty="0"/>
            <a:t> </a:t>
          </a:r>
          <a:r>
            <a:rPr lang="de-DE" dirty="0" err="1"/>
            <a:t>yearly</a:t>
          </a:r>
          <a:r>
            <a:rPr lang="de-DE" dirty="0"/>
            <a:t> </a:t>
          </a:r>
          <a:r>
            <a:rPr lang="de-DE" dirty="0" err="1"/>
            <a:t>amount</a:t>
          </a:r>
          <a:r>
            <a:rPr lang="de-DE" dirty="0"/>
            <a:t> </a:t>
          </a:r>
          <a:r>
            <a:rPr lang="de-DE" dirty="0" err="1"/>
            <a:t>of</a:t>
          </a:r>
          <a:r>
            <a:rPr lang="de-DE" dirty="0"/>
            <a:t> </a:t>
          </a:r>
          <a:r>
            <a:rPr lang="de-DE" dirty="0" err="1"/>
            <a:t>taxes</a:t>
          </a:r>
          <a:r>
            <a:rPr lang="de-DE" dirty="0"/>
            <a:t>, </a:t>
          </a:r>
          <a:r>
            <a:rPr lang="de-DE" dirty="0" err="1"/>
            <a:t>especially</a:t>
          </a:r>
          <a:r>
            <a:rPr lang="de-DE" dirty="0">
              <a:latin typeface="Calibri Light" panose="020F0302020204030204"/>
            </a:rPr>
            <a:t> </a:t>
          </a:r>
          <a:r>
            <a:rPr lang="de-DE" dirty="0" err="1">
              <a:latin typeface="Calibri Light" panose="020F0302020204030204"/>
            </a:rPr>
            <a:t>as</a:t>
          </a:r>
          <a:r>
            <a:rPr lang="de-DE" dirty="0">
              <a:latin typeface="Calibri Light" panose="020F0302020204030204"/>
            </a:rPr>
            <a:t> a</a:t>
          </a:r>
          <a:r>
            <a:rPr lang="de-DE" dirty="0"/>
            <a:t> </a:t>
          </a:r>
          <a:r>
            <a:rPr lang="de-DE" dirty="0" err="1">
              <a:latin typeface="Calibri Light" panose="020F0302020204030204"/>
            </a:rPr>
            <a:t>first</a:t>
          </a:r>
          <a:r>
            <a:rPr lang="de-DE" dirty="0"/>
            <a:t> </a:t>
          </a:r>
          <a:r>
            <a:rPr lang="de-DE" dirty="0" err="1">
              <a:latin typeface="Calibri Light" panose="020F0302020204030204"/>
            </a:rPr>
            <a:t>year</a:t>
          </a:r>
          <a:r>
            <a:rPr lang="de-DE" dirty="0">
              <a:latin typeface="Calibri Light" panose="020F0302020204030204"/>
            </a:rPr>
            <a:t> </a:t>
          </a:r>
          <a:r>
            <a:rPr lang="de-DE" dirty="0" err="1">
              <a:latin typeface="Calibri Light" panose="020F0302020204030204"/>
            </a:rPr>
            <a:t>enteree</a:t>
          </a:r>
          <a:r>
            <a:rPr lang="de-DE" dirty="0"/>
            <a:t> </a:t>
          </a:r>
          <a:r>
            <a:rPr lang="de-DE" dirty="0">
              <a:latin typeface="Calibri Light" panose="020F0302020204030204"/>
            </a:rPr>
            <a:t>in </a:t>
          </a:r>
          <a:r>
            <a:rPr lang="de-DE" dirty="0" err="1"/>
            <a:t>the</a:t>
          </a:r>
          <a:r>
            <a:rPr lang="de-DE" dirty="0"/>
            <a:t> </a:t>
          </a:r>
          <a:r>
            <a:rPr lang="de-DE" dirty="0" err="1"/>
            <a:t>labor</a:t>
          </a:r>
          <a:r>
            <a:rPr lang="de-DE" dirty="0"/>
            <a:t> </a:t>
          </a:r>
          <a:r>
            <a:rPr lang="de-DE" dirty="0" err="1"/>
            <a:t>market</a:t>
          </a:r>
          <a:r>
            <a:rPr lang="de-DE" dirty="0"/>
            <a:t>. </a:t>
          </a:r>
          <a:endParaRPr lang="en-US" dirty="0"/>
        </a:p>
      </dgm:t>
    </dgm:pt>
    <dgm:pt modelId="{A686CA9D-2211-4F00-B7C4-304F543C438D}" type="parTrans" cxnId="{DE2B922E-39F3-4447-AEB4-F244390C4039}">
      <dgm:prSet/>
      <dgm:spPr/>
      <dgm:t>
        <a:bodyPr/>
        <a:lstStyle/>
        <a:p>
          <a:endParaRPr lang="en-US"/>
        </a:p>
      </dgm:t>
    </dgm:pt>
    <dgm:pt modelId="{2080973C-B3EB-4041-8ACC-2ADFDDAFC969}" type="sibTrans" cxnId="{DE2B922E-39F3-4447-AEB4-F244390C4039}">
      <dgm:prSet/>
      <dgm:spPr/>
      <dgm:t>
        <a:bodyPr/>
        <a:lstStyle/>
        <a:p>
          <a:endParaRPr lang="en-US"/>
        </a:p>
      </dgm:t>
    </dgm:pt>
    <dgm:pt modelId="{B90EC537-B43A-47C5-B088-AB9E36A6D3EF}">
      <dgm:prSet/>
      <dgm:spPr/>
      <dgm:t>
        <a:bodyPr/>
        <a:lstStyle/>
        <a:p>
          <a:pPr rtl="0"/>
          <a:r>
            <a:rPr lang="de-DE" dirty="0" err="1"/>
            <a:t>To</a:t>
          </a:r>
          <a:r>
            <a:rPr lang="de-DE" dirty="0"/>
            <a:t> </a:t>
          </a:r>
          <a:r>
            <a:rPr lang="de-DE" dirty="0" err="1">
              <a:latin typeface="Calibri Light" panose="020F0302020204030204"/>
            </a:rPr>
            <a:t>solve</a:t>
          </a:r>
          <a:r>
            <a:rPr lang="de-DE" dirty="0">
              <a:latin typeface="Calibri Light" panose="020F0302020204030204"/>
            </a:rPr>
            <a:t> </a:t>
          </a:r>
          <a:r>
            <a:rPr lang="de-DE" dirty="0" err="1">
              <a:latin typeface="Calibri Light" panose="020F0302020204030204"/>
            </a:rPr>
            <a:t>this</a:t>
          </a:r>
          <a:r>
            <a:rPr lang="de-DE" dirty="0">
              <a:latin typeface="Calibri Light" panose="020F0302020204030204"/>
            </a:rPr>
            <a:t> </a:t>
          </a:r>
          <a:r>
            <a:rPr lang="de-DE" dirty="0" err="1">
              <a:latin typeface="Calibri Light" panose="020F0302020204030204"/>
            </a:rPr>
            <a:t>problem</a:t>
          </a:r>
          <a:r>
            <a:rPr lang="de-DE" dirty="0"/>
            <a:t>, </a:t>
          </a:r>
          <a:r>
            <a:rPr lang="de-DE" dirty="0" err="1"/>
            <a:t>we</a:t>
          </a:r>
          <a:r>
            <a:rPr lang="de-DE" dirty="0"/>
            <a:t> will </a:t>
          </a:r>
          <a:r>
            <a:rPr lang="de-DE" dirty="0" err="1"/>
            <a:t>develop</a:t>
          </a:r>
          <a:r>
            <a:rPr lang="de-DE" dirty="0"/>
            <a:t> an </a:t>
          </a:r>
          <a:r>
            <a:rPr lang="de-DE" dirty="0" err="1"/>
            <a:t>app</a:t>
          </a:r>
          <a:r>
            <a:rPr lang="de-DE" dirty="0">
              <a:latin typeface="Calibri Light" panose="020F0302020204030204"/>
            </a:rPr>
            <a:t>,</a:t>
          </a:r>
          <a:r>
            <a:rPr lang="de-DE" dirty="0"/>
            <a:t> </a:t>
          </a:r>
          <a:r>
            <a:rPr lang="de-DE" dirty="0" err="1"/>
            <a:t>that</a:t>
          </a:r>
          <a:r>
            <a:rPr lang="de-DE" dirty="0"/>
            <a:t> </a:t>
          </a:r>
          <a:r>
            <a:rPr lang="de-DE" dirty="0" err="1"/>
            <a:t>estimates</a:t>
          </a:r>
          <a:r>
            <a:rPr lang="de-DE" dirty="0"/>
            <a:t> </a:t>
          </a:r>
          <a:r>
            <a:rPr lang="de-DE" dirty="0" err="1"/>
            <a:t>your</a:t>
          </a:r>
          <a:r>
            <a:rPr lang="de-DE" dirty="0"/>
            <a:t> </a:t>
          </a:r>
          <a:r>
            <a:rPr lang="de-DE" dirty="0" err="1">
              <a:latin typeface="Calibri Light" panose="020F0302020204030204"/>
            </a:rPr>
            <a:t>taxes</a:t>
          </a:r>
          <a:r>
            <a:rPr lang="de-DE" dirty="0"/>
            <a:t> </a:t>
          </a:r>
          <a:r>
            <a:rPr lang="de-DE" dirty="0" err="1"/>
            <a:t>based</a:t>
          </a:r>
          <a:r>
            <a:rPr lang="de-DE" dirty="0"/>
            <a:t> on </a:t>
          </a:r>
          <a:r>
            <a:rPr lang="de-DE" dirty="0" err="1"/>
            <a:t>several</a:t>
          </a:r>
          <a:r>
            <a:rPr lang="de-DE" dirty="0"/>
            <a:t> </a:t>
          </a:r>
          <a:r>
            <a:rPr lang="de-DE" dirty="0" err="1"/>
            <a:t>factors</a:t>
          </a:r>
          <a:r>
            <a:rPr lang="de-DE" dirty="0">
              <a:latin typeface="Calibri Light" panose="020F0302020204030204"/>
            </a:rPr>
            <a:t>, in</a:t>
          </a:r>
          <a:r>
            <a:rPr lang="de-DE" dirty="0"/>
            <a:t> </a:t>
          </a:r>
          <a:r>
            <a:rPr lang="de-DE" dirty="0" err="1">
              <a:latin typeface="Calibri Light" panose="020F0302020204030204"/>
            </a:rPr>
            <a:t>accordance</a:t>
          </a:r>
          <a:r>
            <a:rPr lang="de-DE" dirty="0"/>
            <a:t> </a:t>
          </a:r>
          <a:r>
            <a:rPr lang="de-DE" dirty="0" err="1"/>
            <a:t>to</a:t>
          </a:r>
          <a:r>
            <a:rPr lang="de-DE" dirty="0"/>
            <a:t> Swiss </a:t>
          </a:r>
          <a:r>
            <a:rPr lang="de-DE" dirty="0" err="1"/>
            <a:t>tax</a:t>
          </a:r>
          <a:r>
            <a:rPr lang="de-DE" dirty="0"/>
            <a:t> </a:t>
          </a:r>
          <a:r>
            <a:rPr lang="de-DE" dirty="0" err="1"/>
            <a:t>law</a:t>
          </a:r>
          <a:r>
            <a:rPr lang="de-DE" dirty="0"/>
            <a:t>.</a:t>
          </a:r>
          <a:endParaRPr lang="en-US" dirty="0"/>
        </a:p>
      </dgm:t>
    </dgm:pt>
    <dgm:pt modelId="{BAB1F4B7-6F74-4F87-AF74-902E30EB52C3}" type="parTrans" cxnId="{AC6E04F4-922A-4872-9921-45306ACFC206}">
      <dgm:prSet/>
      <dgm:spPr/>
      <dgm:t>
        <a:bodyPr/>
        <a:lstStyle/>
        <a:p>
          <a:endParaRPr lang="en-US"/>
        </a:p>
      </dgm:t>
    </dgm:pt>
    <dgm:pt modelId="{0A6A8A65-8522-439F-87DF-5F8EA7A7A9E4}" type="sibTrans" cxnId="{AC6E04F4-922A-4872-9921-45306ACFC206}">
      <dgm:prSet/>
      <dgm:spPr/>
      <dgm:t>
        <a:bodyPr/>
        <a:lstStyle/>
        <a:p>
          <a:endParaRPr lang="en-US"/>
        </a:p>
      </dgm:t>
    </dgm:pt>
    <dgm:pt modelId="{9432917D-D490-4C22-AE65-92B73CA793C8}" type="pres">
      <dgm:prSet presAssocID="{5FD34BAD-59A3-4FC4-8DB8-D2DC1FFD3143}" presName="root" presStyleCnt="0">
        <dgm:presLayoutVars>
          <dgm:dir/>
          <dgm:resizeHandles val="exact"/>
        </dgm:presLayoutVars>
      </dgm:prSet>
      <dgm:spPr/>
    </dgm:pt>
    <dgm:pt modelId="{D148538D-5BDD-4FDF-BCF8-BF783C9EB46B}" type="pres">
      <dgm:prSet presAssocID="{55589636-DFF8-4AC6-86E9-F1F9E7581290}" presName="compNode" presStyleCnt="0"/>
      <dgm:spPr/>
    </dgm:pt>
    <dgm:pt modelId="{4CF70303-2F85-4986-A91D-2D1F659BEB5E}" type="pres">
      <dgm:prSet presAssocID="{55589636-DFF8-4AC6-86E9-F1F9E7581290}" presName="bgRect" presStyleLbl="bgShp" presStyleIdx="0" presStyleCnt="2"/>
      <dgm:spPr/>
    </dgm:pt>
    <dgm:pt modelId="{A7D76A4A-400D-4B50-90B7-1CA0D92A70DC}" type="pres">
      <dgm:prSet presAssocID="{55589636-DFF8-4AC6-86E9-F1F9E75812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EDD9972F-A94C-4A00-A0BD-9E43D56D30A6}" type="pres">
      <dgm:prSet presAssocID="{55589636-DFF8-4AC6-86E9-F1F9E7581290}" presName="spaceRect" presStyleCnt="0"/>
      <dgm:spPr/>
    </dgm:pt>
    <dgm:pt modelId="{1C6B6702-B7CF-493E-9CCF-AAAA97E5C036}" type="pres">
      <dgm:prSet presAssocID="{55589636-DFF8-4AC6-86E9-F1F9E7581290}" presName="parTx" presStyleLbl="revTx" presStyleIdx="0" presStyleCnt="2">
        <dgm:presLayoutVars>
          <dgm:chMax val="0"/>
          <dgm:chPref val="0"/>
        </dgm:presLayoutVars>
      </dgm:prSet>
      <dgm:spPr/>
    </dgm:pt>
    <dgm:pt modelId="{703B7183-33CD-49C0-A110-3DC17DE78E8C}" type="pres">
      <dgm:prSet presAssocID="{2080973C-B3EB-4041-8ACC-2ADFDDAFC969}" presName="sibTrans" presStyleCnt="0"/>
      <dgm:spPr/>
    </dgm:pt>
    <dgm:pt modelId="{162DC0F9-DB2C-439E-A565-831C85320694}" type="pres">
      <dgm:prSet presAssocID="{B90EC537-B43A-47C5-B088-AB9E36A6D3EF}" presName="compNode" presStyleCnt="0"/>
      <dgm:spPr/>
    </dgm:pt>
    <dgm:pt modelId="{583F2E38-BD73-4DDB-B76A-6A4718A0C81D}" type="pres">
      <dgm:prSet presAssocID="{B90EC537-B43A-47C5-B088-AB9E36A6D3EF}" presName="bgRect" presStyleLbl="bgShp" presStyleIdx="1" presStyleCnt="2"/>
      <dgm:spPr/>
    </dgm:pt>
    <dgm:pt modelId="{DA4483FE-C157-47EB-BC98-A35D3E5C5B44}" type="pres">
      <dgm:prSet presAssocID="{B90EC537-B43A-47C5-B088-AB9E36A6D3E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ld"/>
        </a:ext>
      </dgm:extLst>
    </dgm:pt>
    <dgm:pt modelId="{4B9E8E12-0D72-4F84-B98E-896F4841CBBD}" type="pres">
      <dgm:prSet presAssocID="{B90EC537-B43A-47C5-B088-AB9E36A6D3EF}" presName="spaceRect" presStyleCnt="0"/>
      <dgm:spPr/>
    </dgm:pt>
    <dgm:pt modelId="{2D1C59A5-9C79-4A8C-A558-078B09A4ABB1}" type="pres">
      <dgm:prSet presAssocID="{B90EC537-B43A-47C5-B088-AB9E36A6D3EF}" presName="parTx" presStyleLbl="revTx" presStyleIdx="1" presStyleCnt="2">
        <dgm:presLayoutVars>
          <dgm:chMax val="0"/>
          <dgm:chPref val="0"/>
        </dgm:presLayoutVars>
      </dgm:prSet>
      <dgm:spPr/>
    </dgm:pt>
  </dgm:ptLst>
  <dgm:cxnLst>
    <dgm:cxn modelId="{F68CB025-55E6-4E2F-A851-8942C452F8C8}" type="presOf" srcId="{B90EC537-B43A-47C5-B088-AB9E36A6D3EF}" destId="{2D1C59A5-9C79-4A8C-A558-078B09A4ABB1}" srcOrd="0" destOrd="0" presId="urn:microsoft.com/office/officeart/2018/2/layout/IconVerticalSolidList"/>
    <dgm:cxn modelId="{DE2B922E-39F3-4447-AEB4-F244390C4039}" srcId="{5FD34BAD-59A3-4FC4-8DB8-D2DC1FFD3143}" destId="{55589636-DFF8-4AC6-86E9-F1F9E7581290}" srcOrd="0" destOrd="0" parTransId="{A686CA9D-2211-4F00-B7C4-304F543C438D}" sibTransId="{2080973C-B3EB-4041-8ACC-2ADFDDAFC969}"/>
    <dgm:cxn modelId="{B8529446-D35E-49B7-9200-1ABCFA772F84}" type="presOf" srcId="{55589636-DFF8-4AC6-86E9-F1F9E7581290}" destId="{1C6B6702-B7CF-493E-9CCF-AAAA97E5C036}" srcOrd="0" destOrd="0" presId="urn:microsoft.com/office/officeart/2018/2/layout/IconVerticalSolidList"/>
    <dgm:cxn modelId="{679969B9-8854-4CB0-B467-B53771FE9037}" type="presOf" srcId="{5FD34BAD-59A3-4FC4-8DB8-D2DC1FFD3143}" destId="{9432917D-D490-4C22-AE65-92B73CA793C8}" srcOrd="0" destOrd="0" presId="urn:microsoft.com/office/officeart/2018/2/layout/IconVerticalSolidList"/>
    <dgm:cxn modelId="{AC6E04F4-922A-4872-9921-45306ACFC206}" srcId="{5FD34BAD-59A3-4FC4-8DB8-D2DC1FFD3143}" destId="{B90EC537-B43A-47C5-B088-AB9E36A6D3EF}" srcOrd="1" destOrd="0" parTransId="{BAB1F4B7-6F74-4F87-AF74-902E30EB52C3}" sibTransId="{0A6A8A65-8522-439F-87DF-5F8EA7A7A9E4}"/>
    <dgm:cxn modelId="{A9C26C8D-9D9F-4137-AA96-919CFBA35A85}" type="presParOf" srcId="{9432917D-D490-4C22-AE65-92B73CA793C8}" destId="{D148538D-5BDD-4FDF-BCF8-BF783C9EB46B}" srcOrd="0" destOrd="0" presId="urn:microsoft.com/office/officeart/2018/2/layout/IconVerticalSolidList"/>
    <dgm:cxn modelId="{E1ED7347-4CED-4C84-B1E7-56D1F861D879}" type="presParOf" srcId="{D148538D-5BDD-4FDF-BCF8-BF783C9EB46B}" destId="{4CF70303-2F85-4986-A91D-2D1F659BEB5E}" srcOrd="0" destOrd="0" presId="urn:microsoft.com/office/officeart/2018/2/layout/IconVerticalSolidList"/>
    <dgm:cxn modelId="{863FE134-9AA2-49E1-A0AF-C9B853D7ADE4}" type="presParOf" srcId="{D148538D-5BDD-4FDF-BCF8-BF783C9EB46B}" destId="{A7D76A4A-400D-4B50-90B7-1CA0D92A70DC}" srcOrd="1" destOrd="0" presId="urn:microsoft.com/office/officeart/2018/2/layout/IconVerticalSolidList"/>
    <dgm:cxn modelId="{5EB10D9D-9899-4A93-828E-7CC37F384C07}" type="presParOf" srcId="{D148538D-5BDD-4FDF-BCF8-BF783C9EB46B}" destId="{EDD9972F-A94C-4A00-A0BD-9E43D56D30A6}" srcOrd="2" destOrd="0" presId="urn:microsoft.com/office/officeart/2018/2/layout/IconVerticalSolidList"/>
    <dgm:cxn modelId="{77247E2C-7A98-4950-90E5-4FE0E5E8F0F3}" type="presParOf" srcId="{D148538D-5BDD-4FDF-BCF8-BF783C9EB46B}" destId="{1C6B6702-B7CF-493E-9CCF-AAAA97E5C036}" srcOrd="3" destOrd="0" presId="urn:microsoft.com/office/officeart/2018/2/layout/IconVerticalSolidList"/>
    <dgm:cxn modelId="{C39E8E9B-0851-495E-86EF-6F3CB3AA8EEC}" type="presParOf" srcId="{9432917D-D490-4C22-AE65-92B73CA793C8}" destId="{703B7183-33CD-49C0-A110-3DC17DE78E8C}" srcOrd="1" destOrd="0" presId="urn:microsoft.com/office/officeart/2018/2/layout/IconVerticalSolidList"/>
    <dgm:cxn modelId="{E362173C-EF13-4FA1-88BC-CE95BDDAC276}" type="presParOf" srcId="{9432917D-D490-4C22-AE65-92B73CA793C8}" destId="{162DC0F9-DB2C-439E-A565-831C85320694}" srcOrd="2" destOrd="0" presId="urn:microsoft.com/office/officeart/2018/2/layout/IconVerticalSolidList"/>
    <dgm:cxn modelId="{869C4F2D-2C49-497D-97C4-62F619277406}" type="presParOf" srcId="{162DC0F9-DB2C-439E-A565-831C85320694}" destId="{583F2E38-BD73-4DDB-B76A-6A4718A0C81D}" srcOrd="0" destOrd="0" presId="urn:microsoft.com/office/officeart/2018/2/layout/IconVerticalSolidList"/>
    <dgm:cxn modelId="{021E836E-0656-47AD-B144-6A9A79C6AAEE}" type="presParOf" srcId="{162DC0F9-DB2C-439E-A565-831C85320694}" destId="{DA4483FE-C157-47EB-BC98-A35D3E5C5B44}" srcOrd="1" destOrd="0" presId="urn:microsoft.com/office/officeart/2018/2/layout/IconVerticalSolidList"/>
    <dgm:cxn modelId="{1A70EE3E-0475-4AA1-90EE-F881A934DA70}" type="presParOf" srcId="{162DC0F9-DB2C-439E-A565-831C85320694}" destId="{4B9E8E12-0D72-4F84-B98E-896F4841CBBD}" srcOrd="2" destOrd="0" presId="urn:microsoft.com/office/officeart/2018/2/layout/IconVerticalSolidList"/>
    <dgm:cxn modelId="{F873CFA8-0B7B-4C12-B805-5183FFC3775F}" type="presParOf" srcId="{162DC0F9-DB2C-439E-A565-831C85320694}" destId="{2D1C59A5-9C79-4A8C-A558-078B09A4ABB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34BAD-59A3-4FC4-8DB8-D2DC1FFD314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5589636-DFF8-4AC6-86E9-F1F9E7581290}">
      <dgm:prSet/>
      <dgm:spPr/>
      <dgm:t>
        <a:bodyPr/>
        <a:lstStyle/>
        <a:p>
          <a:pPr algn="l" rtl="0">
            <a:lnSpc>
              <a:spcPct val="90000"/>
            </a:lnSpc>
          </a:pPr>
          <a:r>
            <a:rPr lang="de-DE" sz="2600" dirty="0">
              <a:latin typeface="Calibri"/>
              <a:ea typeface="Calibri"/>
              <a:cs typeface="Calibri"/>
            </a:rPr>
            <a:t>Solution: an </a:t>
          </a:r>
          <a:r>
            <a:rPr lang="de-DE" sz="2600" dirty="0" err="1">
              <a:latin typeface="Calibri"/>
              <a:ea typeface="Calibri"/>
              <a:cs typeface="Calibri"/>
            </a:rPr>
            <a:t>extended</a:t>
          </a:r>
          <a:r>
            <a:rPr lang="de-DE" sz="2600" dirty="0">
              <a:latin typeface="Calibri"/>
              <a:ea typeface="Calibri"/>
              <a:cs typeface="Calibri"/>
            </a:rPr>
            <a:t> </a:t>
          </a:r>
          <a:r>
            <a:rPr lang="de-DE" sz="2600" dirty="0" err="1">
              <a:latin typeface="Calibri"/>
              <a:ea typeface="Calibri"/>
              <a:cs typeface="Calibri"/>
            </a:rPr>
            <a:t>tax</a:t>
          </a:r>
          <a:r>
            <a:rPr lang="de-DE" sz="2600" dirty="0">
              <a:latin typeface="Calibri"/>
              <a:ea typeface="Calibri"/>
              <a:cs typeface="Calibri"/>
            </a:rPr>
            <a:t> </a:t>
          </a:r>
          <a:r>
            <a:rPr lang="de-DE" sz="2600" dirty="0" err="1">
              <a:latin typeface="Calibri"/>
              <a:ea typeface="Calibri"/>
              <a:cs typeface="Calibri"/>
            </a:rPr>
            <a:t>calculator</a:t>
          </a:r>
          <a:r>
            <a:rPr lang="de-DE" sz="2600" dirty="0">
              <a:latin typeface="Calibri"/>
              <a:ea typeface="Calibri"/>
              <a:cs typeface="Calibri"/>
            </a:rPr>
            <a:t> </a:t>
          </a:r>
          <a:r>
            <a:rPr lang="de-DE" sz="2600" dirty="0" err="1">
              <a:latin typeface="Calibri"/>
              <a:ea typeface="Calibri"/>
              <a:cs typeface="Calibri"/>
            </a:rPr>
            <a:t>that</a:t>
          </a:r>
          <a:r>
            <a:rPr lang="de-DE" sz="2600" dirty="0">
              <a:latin typeface="Calibri"/>
              <a:ea typeface="Calibri"/>
              <a:cs typeface="Calibri"/>
            </a:rPr>
            <a:t> will </a:t>
          </a:r>
          <a:r>
            <a:rPr lang="de-DE" sz="2600" dirty="0" err="1">
              <a:latin typeface="Calibri"/>
              <a:ea typeface="Calibri"/>
              <a:cs typeface="Calibri"/>
            </a:rPr>
            <a:t>assist</a:t>
          </a:r>
          <a:r>
            <a:rPr lang="de-DE" sz="2600" dirty="0">
              <a:latin typeface="Calibri"/>
              <a:ea typeface="Calibri"/>
              <a:cs typeface="Calibri"/>
            </a:rPr>
            <a:t> an </a:t>
          </a:r>
          <a:r>
            <a:rPr lang="de-DE" sz="2600" dirty="0" err="1">
              <a:latin typeface="Calibri"/>
              <a:ea typeface="Calibri"/>
              <a:cs typeface="Calibri"/>
            </a:rPr>
            <a:t>average</a:t>
          </a:r>
          <a:r>
            <a:rPr lang="de-DE" sz="2600" dirty="0">
              <a:latin typeface="Calibri"/>
              <a:ea typeface="Calibri"/>
              <a:cs typeface="Calibri"/>
            </a:rPr>
            <a:t> Swiss citizen in estimating his/her yearly taxes. </a:t>
          </a:r>
          <a:endParaRPr lang="en-US" sz="2600" dirty="0">
            <a:latin typeface="Calibri"/>
            <a:ea typeface="Calibri"/>
            <a:cs typeface="Calibri"/>
          </a:endParaRPr>
        </a:p>
      </dgm:t>
    </dgm:pt>
    <dgm:pt modelId="{A686CA9D-2211-4F00-B7C4-304F543C438D}" type="parTrans" cxnId="{DE2B922E-39F3-4447-AEB4-F244390C4039}">
      <dgm:prSet/>
      <dgm:spPr/>
      <dgm:t>
        <a:bodyPr/>
        <a:lstStyle/>
        <a:p>
          <a:endParaRPr lang="en-US"/>
        </a:p>
      </dgm:t>
    </dgm:pt>
    <dgm:pt modelId="{2080973C-B3EB-4041-8ACC-2ADFDDAFC969}" type="sibTrans" cxnId="{DE2B922E-39F3-4447-AEB4-F244390C4039}">
      <dgm:prSet/>
      <dgm:spPr/>
      <dgm:t>
        <a:bodyPr/>
        <a:lstStyle/>
        <a:p>
          <a:endParaRPr lang="en-US"/>
        </a:p>
      </dgm:t>
    </dgm:pt>
    <dgm:pt modelId="{B90EC537-B43A-47C5-B088-AB9E36A6D3EF}">
      <dgm:prSet/>
      <dgm:spPr/>
      <dgm:t>
        <a:bodyPr/>
        <a:lstStyle/>
        <a:p>
          <a:pPr algn="l">
            <a:lnSpc>
              <a:spcPct val="90000"/>
            </a:lnSpc>
          </a:pPr>
          <a:r>
            <a:rPr lang="de-DE" sz="2600" dirty="0" err="1">
              <a:latin typeface="Calibri"/>
              <a:ea typeface="Calibri"/>
              <a:cs typeface="Calibri"/>
            </a:rPr>
            <a:t>It</a:t>
          </a:r>
          <a:r>
            <a:rPr lang="de-DE" sz="2600" dirty="0">
              <a:latin typeface="Calibri"/>
              <a:ea typeface="Calibri"/>
              <a:cs typeface="Calibri"/>
            </a:rPr>
            <a:t> will </a:t>
          </a:r>
          <a:r>
            <a:rPr lang="de-DE" sz="2600" dirty="0" err="1">
              <a:latin typeface="Calibri"/>
              <a:ea typeface="Calibri"/>
              <a:cs typeface="Calibri"/>
            </a:rPr>
            <a:t>include</a:t>
          </a:r>
          <a:r>
            <a:rPr lang="de-DE" sz="2600" dirty="0">
              <a:latin typeface="Calibri"/>
              <a:ea typeface="Calibri"/>
              <a:cs typeface="Calibri"/>
            </a:rPr>
            <a:t> </a:t>
          </a:r>
          <a:r>
            <a:rPr lang="de-DE" sz="2600" dirty="0" err="1">
              <a:latin typeface="Calibri"/>
              <a:ea typeface="Calibri"/>
              <a:cs typeface="Calibri"/>
            </a:rPr>
            <a:t>several</a:t>
          </a:r>
          <a:r>
            <a:rPr lang="de-DE" sz="2600" dirty="0">
              <a:latin typeface="Calibri"/>
              <a:ea typeface="Calibri"/>
              <a:cs typeface="Calibri"/>
            </a:rPr>
            <a:t> </a:t>
          </a:r>
          <a:r>
            <a:rPr lang="de-DE" sz="2600" dirty="0" err="1">
              <a:latin typeface="Calibri"/>
              <a:ea typeface="Calibri"/>
              <a:cs typeface="Calibri"/>
            </a:rPr>
            <a:t>deductions</a:t>
          </a:r>
          <a:r>
            <a:rPr lang="de-DE" sz="2600" dirty="0">
              <a:latin typeface="Calibri"/>
              <a:ea typeface="Calibri"/>
              <a:cs typeface="Calibri"/>
            </a:rPr>
            <a:t>, </a:t>
          </a:r>
          <a:r>
            <a:rPr lang="de-DE" sz="2600" dirty="0" err="1">
              <a:latin typeface="Calibri"/>
              <a:ea typeface="Calibri"/>
              <a:cs typeface="Calibri"/>
            </a:rPr>
            <a:t>income</a:t>
          </a:r>
          <a:r>
            <a:rPr lang="de-DE" sz="2600" dirty="0">
              <a:latin typeface="Calibri"/>
              <a:ea typeface="Calibri"/>
              <a:cs typeface="Calibri"/>
            </a:rPr>
            <a:t> </a:t>
          </a:r>
          <a:r>
            <a:rPr lang="de-DE" sz="2600" dirty="0" err="1">
              <a:latin typeface="Calibri"/>
              <a:ea typeface="Calibri"/>
              <a:cs typeface="Calibri"/>
            </a:rPr>
            <a:t>tax</a:t>
          </a:r>
          <a:r>
            <a:rPr lang="de-DE" sz="2600" dirty="0">
              <a:latin typeface="Calibri"/>
              <a:ea typeface="Calibri"/>
              <a:cs typeface="Calibri"/>
            </a:rPr>
            <a:t>, </a:t>
          </a:r>
          <a:r>
            <a:rPr lang="de-DE" sz="2600" dirty="0" err="1">
              <a:latin typeface="Calibri"/>
              <a:ea typeface="Calibri"/>
              <a:cs typeface="Calibri"/>
            </a:rPr>
            <a:t>simplified</a:t>
          </a:r>
          <a:r>
            <a:rPr lang="de-DE" sz="2600" dirty="0">
              <a:latin typeface="Calibri"/>
              <a:ea typeface="Calibri"/>
              <a:cs typeface="Calibri"/>
            </a:rPr>
            <a:t> </a:t>
          </a:r>
          <a:r>
            <a:rPr lang="de-DE" sz="2600" dirty="0" err="1">
              <a:latin typeface="Calibri"/>
              <a:ea typeface="Calibri"/>
              <a:cs typeface="Calibri"/>
            </a:rPr>
            <a:t>wealth</a:t>
          </a:r>
          <a:r>
            <a:rPr lang="de-DE" sz="2600" dirty="0">
              <a:latin typeface="Calibri"/>
              <a:ea typeface="Calibri"/>
              <a:cs typeface="Calibri"/>
            </a:rPr>
            <a:t> </a:t>
          </a:r>
          <a:r>
            <a:rPr lang="de-DE" sz="2600" dirty="0" err="1">
              <a:latin typeface="Calibri"/>
              <a:ea typeface="Calibri"/>
              <a:cs typeface="Calibri"/>
            </a:rPr>
            <a:t>tax</a:t>
          </a:r>
          <a:r>
            <a:rPr lang="de-DE" sz="2600" dirty="0">
              <a:latin typeface="Calibri"/>
              <a:ea typeface="Calibri"/>
              <a:cs typeface="Calibri"/>
            </a:rPr>
            <a:t>, </a:t>
          </a:r>
          <a:r>
            <a:rPr lang="de-DE" sz="2600" dirty="0" err="1">
              <a:latin typeface="Calibri"/>
              <a:ea typeface="Calibri"/>
              <a:cs typeface="Calibri"/>
            </a:rPr>
            <a:t>married</a:t>
          </a:r>
          <a:r>
            <a:rPr lang="de-DE" sz="2600" dirty="0">
              <a:latin typeface="Calibri"/>
              <a:ea typeface="Calibri"/>
              <a:cs typeface="Calibri"/>
            </a:rPr>
            <a:t>/</a:t>
          </a:r>
          <a:r>
            <a:rPr lang="de-DE" sz="2600" dirty="0" err="1">
              <a:latin typeface="Calibri"/>
              <a:ea typeface="Calibri"/>
              <a:cs typeface="Calibri"/>
            </a:rPr>
            <a:t>single</a:t>
          </a:r>
          <a:r>
            <a:rPr lang="de-DE" sz="2600" dirty="0">
              <a:latin typeface="Calibri"/>
              <a:ea typeface="Calibri"/>
              <a:cs typeface="Calibri"/>
            </a:rPr>
            <a:t> </a:t>
          </a:r>
          <a:r>
            <a:rPr lang="de-DE" sz="2600" dirty="0" err="1">
              <a:latin typeface="Calibri"/>
              <a:ea typeface="Calibri"/>
              <a:cs typeface="Calibri"/>
            </a:rPr>
            <a:t>status</a:t>
          </a:r>
          <a:r>
            <a:rPr lang="de-DE" sz="2600" dirty="0">
              <a:latin typeface="Calibri"/>
              <a:ea typeface="Calibri"/>
              <a:cs typeface="Calibri"/>
            </a:rPr>
            <a:t>, </a:t>
          </a:r>
          <a:r>
            <a:rPr lang="de-DE" sz="2600" dirty="0" err="1">
              <a:latin typeface="Calibri"/>
              <a:ea typeface="Calibri"/>
              <a:cs typeface="Calibri"/>
            </a:rPr>
            <a:t>canton</a:t>
          </a:r>
          <a:r>
            <a:rPr lang="de-DE" sz="2600" dirty="0">
              <a:latin typeface="Calibri"/>
              <a:ea typeface="Calibri"/>
              <a:cs typeface="Calibri"/>
            </a:rPr>
            <a:t> </a:t>
          </a:r>
          <a:r>
            <a:rPr lang="de-DE" sz="2600" dirty="0" err="1">
              <a:latin typeface="Calibri"/>
              <a:ea typeface="Calibri"/>
              <a:cs typeface="Calibri"/>
            </a:rPr>
            <a:t>of</a:t>
          </a:r>
          <a:r>
            <a:rPr lang="de-DE" sz="2600" dirty="0">
              <a:latin typeface="Calibri"/>
              <a:ea typeface="Calibri"/>
              <a:cs typeface="Calibri"/>
            </a:rPr>
            <a:t> </a:t>
          </a:r>
          <a:r>
            <a:rPr lang="de-DE" sz="2600" dirty="0" err="1">
              <a:latin typeface="Calibri"/>
              <a:ea typeface="Calibri"/>
              <a:cs typeface="Calibri"/>
            </a:rPr>
            <a:t>residence</a:t>
          </a:r>
          <a:r>
            <a:rPr lang="de-DE" sz="2600" dirty="0">
              <a:latin typeface="Calibri"/>
              <a:ea typeface="Calibri"/>
              <a:cs typeface="Calibri"/>
            </a:rPr>
            <a:t>.</a:t>
          </a:r>
          <a:endParaRPr lang="en-US" sz="2600" dirty="0">
            <a:latin typeface="Calibri"/>
            <a:ea typeface="Calibri"/>
            <a:cs typeface="Calibri"/>
          </a:endParaRPr>
        </a:p>
      </dgm:t>
    </dgm:pt>
    <dgm:pt modelId="{BAB1F4B7-6F74-4F87-AF74-902E30EB52C3}" type="parTrans" cxnId="{AC6E04F4-922A-4872-9921-45306ACFC206}">
      <dgm:prSet/>
      <dgm:spPr/>
      <dgm:t>
        <a:bodyPr/>
        <a:lstStyle/>
        <a:p>
          <a:endParaRPr lang="en-US"/>
        </a:p>
      </dgm:t>
    </dgm:pt>
    <dgm:pt modelId="{0A6A8A65-8522-439F-87DF-5F8EA7A7A9E4}" type="sibTrans" cxnId="{AC6E04F4-922A-4872-9921-45306ACFC206}">
      <dgm:prSet/>
      <dgm:spPr/>
      <dgm:t>
        <a:bodyPr/>
        <a:lstStyle/>
        <a:p>
          <a:endParaRPr lang="en-US"/>
        </a:p>
      </dgm:t>
    </dgm:pt>
    <dgm:pt modelId="{9432917D-D490-4C22-AE65-92B73CA793C8}" type="pres">
      <dgm:prSet presAssocID="{5FD34BAD-59A3-4FC4-8DB8-D2DC1FFD3143}" presName="root" presStyleCnt="0">
        <dgm:presLayoutVars>
          <dgm:dir/>
          <dgm:resizeHandles val="exact"/>
        </dgm:presLayoutVars>
      </dgm:prSet>
      <dgm:spPr/>
    </dgm:pt>
    <dgm:pt modelId="{D148538D-5BDD-4FDF-BCF8-BF783C9EB46B}" type="pres">
      <dgm:prSet presAssocID="{55589636-DFF8-4AC6-86E9-F1F9E7581290}" presName="compNode" presStyleCnt="0"/>
      <dgm:spPr/>
    </dgm:pt>
    <dgm:pt modelId="{4CF70303-2F85-4986-A91D-2D1F659BEB5E}" type="pres">
      <dgm:prSet presAssocID="{55589636-DFF8-4AC6-86E9-F1F9E7581290}" presName="bgRect" presStyleLbl="bgShp" presStyleIdx="0" presStyleCnt="2"/>
      <dgm:spPr/>
    </dgm:pt>
    <dgm:pt modelId="{A7D76A4A-400D-4B50-90B7-1CA0D92A70DC}" type="pres">
      <dgm:prSet presAssocID="{55589636-DFF8-4AC6-86E9-F1F9E75812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EDD9972F-A94C-4A00-A0BD-9E43D56D30A6}" type="pres">
      <dgm:prSet presAssocID="{55589636-DFF8-4AC6-86E9-F1F9E7581290}" presName="spaceRect" presStyleCnt="0"/>
      <dgm:spPr/>
    </dgm:pt>
    <dgm:pt modelId="{1C6B6702-B7CF-493E-9CCF-AAAA97E5C036}" type="pres">
      <dgm:prSet presAssocID="{55589636-DFF8-4AC6-86E9-F1F9E7581290}" presName="parTx" presStyleLbl="revTx" presStyleIdx="0" presStyleCnt="2">
        <dgm:presLayoutVars>
          <dgm:chMax val="0"/>
          <dgm:chPref val="0"/>
        </dgm:presLayoutVars>
      </dgm:prSet>
      <dgm:spPr/>
    </dgm:pt>
    <dgm:pt modelId="{703B7183-33CD-49C0-A110-3DC17DE78E8C}" type="pres">
      <dgm:prSet presAssocID="{2080973C-B3EB-4041-8ACC-2ADFDDAFC969}" presName="sibTrans" presStyleCnt="0"/>
      <dgm:spPr/>
    </dgm:pt>
    <dgm:pt modelId="{162DC0F9-DB2C-439E-A565-831C85320694}" type="pres">
      <dgm:prSet presAssocID="{B90EC537-B43A-47C5-B088-AB9E36A6D3EF}" presName="compNode" presStyleCnt="0"/>
      <dgm:spPr/>
    </dgm:pt>
    <dgm:pt modelId="{583F2E38-BD73-4DDB-B76A-6A4718A0C81D}" type="pres">
      <dgm:prSet presAssocID="{B90EC537-B43A-47C5-B088-AB9E36A6D3EF}" presName="bgRect" presStyleLbl="bgShp" presStyleIdx="1" presStyleCnt="2"/>
      <dgm:spPr/>
    </dgm:pt>
    <dgm:pt modelId="{DA4483FE-C157-47EB-BC98-A35D3E5C5B44}" type="pres">
      <dgm:prSet presAssocID="{B90EC537-B43A-47C5-B088-AB9E36A6D3E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ld"/>
        </a:ext>
      </dgm:extLst>
    </dgm:pt>
    <dgm:pt modelId="{4B9E8E12-0D72-4F84-B98E-896F4841CBBD}" type="pres">
      <dgm:prSet presAssocID="{B90EC537-B43A-47C5-B088-AB9E36A6D3EF}" presName="spaceRect" presStyleCnt="0"/>
      <dgm:spPr/>
    </dgm:pt>
    <dgm:pt modelId="{2D1C59A5-9C79-4A8C-A558-078B09A4ABB1}" type="pres">
      <dgm:prSet presAssocID="{B90EC537-B43A-47C5-B088-AB9E36A6D3EF}" presName="parTx" presStyleLbl="revTx" presStyleIdx="1" presStyleCnt="2">
        <dgm:presLayoutVars>
          <dgm:chMax val="0"/>
          <dgm:chPref val="0"/>
        </dgm:presLayoutVars>
      </dgm:prSet>
      <dgm:spPr/>
    </dgm:pt>
  </dgm:ptLst>
  <dgm:cxnLst>
    <dgm:cxn modelId="{F68CB025-55E6-4E2F-A851-8942C452F8C8}" type="presOf" srcId="{B90EC537-B43A-47C5-B088-AB9E36A6D3EF}" destId="{2D1C59A5-9C79-4A8C-A558-078B09A4ABB1}" srcOrd="0" destOrd="0" presId="urn:microsoft.com/office/officeart/2018/2/layout/IconVerticalSolidList"/>
    <dgm:cxn modelId="{DE2B922E-39F3-4447-AEB4-F244390C4039}" srcId="{5FD34BAD-59A3-4FC4-8DB8-D2DC1FFD3143}" destId="{55589636-DFF8-4AC6-86E9-F1F9E7581290}" srcOrd="0" destOrd="0" parTransId="{A686CA9D-2211-4F00-B7C4-304F543C438D}" sibTransId="{2080973C-B3EB-4041-8ACC-2ADFDDAFC969}"/>
    <dgm:cxn modelId="{B8529446-D35E-49B7-9200-1ABCFA772F84}" type="presOf" srcId="{55589636-DFF8-4AC6-86E9-F1F9E7581290}" destId="{1C6B6702-B7CF-493E-9CCF-AAAA97E5C036}" srcOrd="0" destOrd="0" presId="urn:microsoft.com/office/officeart/2018/2/layout/IconVerticalSolidList"/>
    <dgm:cxn modelId="{679969B9-8854-4CB0-B467-B53771FE9037}" type="presOf" srcId="{5FD34BAD-59A3-4FC4-8DB8-D2DC1FFD3143}" destId="{9432917D-D490-4C22-AE65-92B73CA793C8}" srcOrd="0" destOrd="0" presId="urn:microsoft.com/office/officeart/2018/2/layout/IconVerticalSolidList"/>
    <dgm:cxn modelId="{AC6E04F4-922A-4872-9921-45306ACFC206}" srcId="{5FD34BAD-59A3-4FC4-8DB8-D2DC1FFD3143}" destId="{B90EC537-B43A-47C5-B088-AB9E36A6D3EF}" srcOrd="1" destOrd="0" parTransId="{BAB1F4B7-6F74-4F87-AF74-902E30EB52C3}" sibTransId="{0A6A8A65-8522-439F-87DF-5F8EA7A7A9E4}"/>
    <dgm:cxn modelId="{A9C26C8D-9D9F-4137-AA96-919CFBA35A85}" type="presParOf" srcId="{9432917D-D490-4C22-AE65-92B73CA793C8}" destId="{D148538D-5BDD-4FDF-BCF8-BF783C9EB46B}" srcOrd="0" destOrd="0" presId="urn:microsoft.com/office/officeart/2018/2/layout/IconVerticalSolidList"/>
    <dgm:cxn modelId="{E1ED7347-4CED-4C84-B1E7-56D1F861D879}" type="presParOf" srcId="{D148538D-5BDD-4FDF-BCF8-BF783C9EB46B}" destId="{4CF70303-2F85-4986-A91D-2D1F659BEB5E}" srcOrd="0" destOrd="0" presId="urn:microsoft.com/office/officeart/2018/2/layout/IconVerticalSolidList"/>
    <dgm:cxn modelId="{863FE134-9AA2-49E1-A0AF-C9B853D7ADE4}" type="presParOf" srcId="{D148538D-5BDD-4FDF-BCF8-BF783C9EB46B}" destId="{A7D76A4A-400D-4B50-90B7-1CA0D92A70DC}" srcOrd="1" destOrd="0" presId="urn:microsoft.com/office/officeart/2018/2/layout/IconVerticalSolidList"/>
    <dgm:cxn modelId="{5EB10D9D-9899-4A93-828E-7CC37F384C07}" type="presParOf" srcId="{D148538D-5BDD-4FDF-BCF8-BF783C9EB46B}" destId="{EDD9972F-A94C-4A00-A0BD-9E43D56D30A6}" srcOrd="2" destOrd="0" presId="urn:microsoft.com/office/officeart/2018/2/layout/IconVerticalSolidList"/>
    <dgm:cxn modelId="{77247E2C-7A98-4950-90E5-4FE0E5E8F0F3}" type="presParOf" srcId="{D148538D-5BDD-4FDF-BCF8-BF783C9EB46B}" destId="{1C6B6702-B7CF-493E-9CCF-AAAA97E5C036}" srcOrd="3" destOrd="0" presId="urn:microsoft.com/office/officeart/2018/2/layout/IconVerticalSolidList"/>
    <dgm:cxn modelId="{C39E8E9B-0851-495E-86EF-6F3CB3AA8EEC}" type="presParOf" srcId="{9432917D-D490-4C22-AE65-92B73CA793C8}" destId="{703B7183-33CD-49C0-A110-3DC17DE78E8C}" srcOrd="1" destOrd="0" presId="urn:microsoft.com/office/officeart/2018/2/layout/IconVerticalSolidList"/>
    <dgm:cxn modelId="{E362173C-EF13-4FA1-88BC-CE95BDDAC276}" type="presParOf" srcId="{9432917D-D490-4C22-AE65-92B73CA793C8}" destId="{162DC0F9-DB2C-439E-A565-831C85320694}" srcOrd="2" destOrd="0" presId="urn:microsoft.com/office/officeart/2018/2/layout/IconVerticalSolidList"/>
    <dgm:cxn modelId="{869C4F2D-2C49-497D-97C4-62F619277406}" type="presParOf" srcId="{162DC0F9-DB2C-439E-A565-831C85320694}" destId="{583F2E38-BD73-4DDB-B76A-6A4718A0C81D}" srcOrd="0" destOrd="0" presId="urn:microsoft.com/office/officeart/2018/2/layout/IconVerticalSolidList"/>
    <dgm:cxn modelId="{021E836E-0656-47AD-B144-6A9A79C6AAEE}" type="presParOf" srcId="{162DC0F9-DB2C-439E-A565-831C85320694}" destId="{DA4483FE-C157-47EB-BC98-A35D3E5C5B44}" srcOrd="1" destOrd="0" presId="urn:microsoft.com/office/officeart/2018/2/layout/IconVerticalSolidList"/>
    <dgm:cxn modelId="{1A70EE3E-0475-4AA1-90EE-F881A934DA70}" type="presParOf" srcId="{162DC0F9-DB2C-439E-A565-831C85320694}" destId="{4B9E8E12-0D72-4F84-B98E-896F4841CBBD}" srcOrd="2" destOrd="0" presId="urn:microsoft.com/office/officeart/2018/2/layout/IconVerticalSolidList"/>
    <dgm:cxn modelId="{F873CFA8-0B7B-4C12-B805-5183FFC3775F}" type="presParOf" srcId="{162DC0F9-DB2C-439E-A565-831C85320694}" destId="{2D1C59A5-9C79-4A8C-A558-078B09A4ABB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C8B608-B53C-4526-A63E-04AB7F617675}" type="doc">
      <dgm:prSet loTypeId="urn:microsoft.com/office/officeart/2005/8/layout/process1" loCatId="process" qsTypeId="urn:microsoft.com/office/officeart/2005/8/quickstyle/simple1" qsCatId="simple" csTypeId="urn:microsoft.com/office/officeart/2005/8/colors/accent2_2" csCatId="accent2" phldr="1"/>
      <dgm:spPr/>
    </dgm:pt>
    <dgm:pt modelId="{7C40EE69-AF7B-49C6-A0D4-C2F0B382CCE9}">
      <dgm:prSet phldrT="[Text]" phldr="0"/>
      <dgm:spPr/>
      <dgm:t>
        <a:bodyPr/>
        <a:lstStyle/>
        <a:p>
          <a:pPr rtl="0"/>
          <a:r>
            <a:rPr lang="de-DE" dirty="0">
              <a:latin typeface="Calibri Light" panose="020F0302020204030204"/>
            </a:rPr>
            <a:t>Gross Income</a:t>
          </a:r>
          <a:endParaRPr lang="de-DE" dirty="0"/>
        </a:p>
      </dgm:t>
    </dgm:pt>
    <dgm:pt modelId="{B3E94C55-CAF1-477A-91ED-D4D5723AC3AE}" type="parTrans" cxnId="{2CCCC83E-75FA-400A-A46B-16BDFA545B65}">
      <dgm:prSet/>
      <dgm:spPr/>
    </dgm:pt>
    <dgm:pt modelId="{94F2EF3E-4C6B-49BE-86DB-A886AB1FE280}" type="sibTrans" cxnId="{2CCCC83E-75FA-400A-A46B-16BDFA545B65}">
      <dgm:prSet/>
      <dgm:spPr/>
      <dgm:t>
        <a:bodyPr/>
        <a:lstStyle/>
        <a:p>
          <a:endParaRPr lang="de-DE"/>
        </a:p>
      </dgm:t>
    </dgm:pt>
    <dgm:pt modelId="{DC63CC4B-7FC4-43E4-9A3D-548B8FC92A4B}">
      <dgm:prSet phldrT="[Text]" phldr="0"/>
      <dgm:spPr/>
      <dgm:t>
        <a:bodyPr/>
        <a:lstStyle/>
        <a:p>
          <a:pPr rtl="0"/>
          <a:r>
            <a:rPr lang="de-DE" dirty="0" err="1">
              <a:latin typeface="Calibri Light" panose="020F0302020204030204"/>
            </a:rPr>
            <a:t>Social</a:t>
          </a:r>
          <a:r>
            <a:rPr lang="de-DE" dirty="0">
              <a:latin typeface="Calibri Light" panose="020F0302020204030204"/>
            </a:rPr>
            <a:t> </a:t>
          </a:r>
          <a:r>
            <a:rPr lang="de-DE" dirty="0" err="1">
              <a:latin typeface="Calibri Light" panose="020F0302020204030204"/>
            </a:rPr>
            <a:t>deductions</a:t>
          </a:r>
          <a:endParaRPr lang="de-DE" dirty="0" err="1"/>
        </a:p>
      </dgm:t>
    </dgm:pt>
    <dgm:pt modelId="{D303D147-D3B0-4D6A-A8DA-86ABE51A734F}" type="parTrans" cxnId="{44645C0E-4FDB-4E7D-9891-974D4FF89BE6}">
      <dgm:prSet/>
      <dgm:spPr/>
    </dgm:pt>
    <dgm:pt modelId="{D2CB2906-DFD0-4580-9F02-671E162B71A8}" type="sibTrans" cxnId="{44645C0E-4FDB-4E7D-9891-974D4FF89BE6}">
      <dgm:prSet/>
      <dgm:spPr/>
      <dgm:t>
        <a:bodyPr/>
        <a:lstStyle/>
        <a:p>
          <a:endParaRPr lang="de-DE"/>
        </a:p>
      </dgm:t>
    </dgm:pt>
    <dgm:pt modelId="{314FA273-D328-44EF-83D9-2DA916D114DB}">
      <dgm:prSet phldrT="[Text]" phldr="0"/>
      <dgm:spPr/>
      <dgm:t>
        <a:bodyPr/>
        <a:lstStyle/>
        <a:p>
          <a:pPr rtl="0"/>
          <a:r>
            <a:rPr lang="de-DE" dirty="0">
              <a:latin typeface="Calibri Light" panose="020F0302020204030204"/>
            </a:rPr>
            <a:t>Optional </a:t>
          </a:r>
          <a:r>
            <a:rPr lang="de-DE" dirty="0" err="1">
              <a:latin typeface="Calibri Light" panose="020F0302020204030204"/>
            </a:rPr>
            <a:t>deductions</a:t>
          </a:r>
          <a:endParaRPr lang="de-DE" dirty="0" err="1"/>
        </a:p>
      </dgm:t>
    </dgm:pt>
    <dgm:pt modelId="{393BE79A-0D9B-44CA-98E1-06A06FF4700D}" type="parTrans" cxnId="{E6F10BDE-7375-4C23-A09A-C580EEBA7BB6}">
      <dgm:prSet/>
      <dgm:spPr/>
    </dgm:pt>
    <dgm:pt modelId="{74A68783-0FDB-4F64-A272-45AB2FDE39ED}" type="sibTrans" cxnId="{E6F10BDE-7375-4C23-A09A-C580EEBA7BB6}">
      <dgm:prSet/>
      <dgm:spPr/>
      <dgm:t>
        <a:bodyPr/>
        <a:lstStyle/>
        <a:p>
          <a:endParaRPr lang="de-DE"/>
        </a:p>
      </dgm:t>
    </dgm:pt>
    <dgm:pt modelId="{F27254CC-409E-4DE7-B55A-59D23177D25D}">
      <dgm:prSet phldr="0"/>
      <dgm:spPr/>
      <dgm:t>
        <a:bodyPr/>
        <a:lstStyle/>
        <a:p>
          <a:pPr rtl="0"/>
          <a:r>
            <a:rPr lang="de-DE" dirty="0">
              <a:latin typeface="Calibri Light" panose="020F0302020204030204"/>
            </a:rPr>
            <a:t>Netto Salary</a:t>
          </a:r>
        </a:p>
      </dgm:t>
    </dgm:pt>
    <dgm:pt modelId="{E98F1684-7CE4-4D31-B18E-2CE1DC59D5AA}" type="parTrans" cxnId="{741A9EFF-FA31-446E-B58F-02E666FE60FB}">
      <dgm:prSet/>
      <dgm:spPr/>
    </dgm:pt>
    <dgm:pt modelId="{B73E500F-7877-4255-9EEE-81B0C6591A38}" type="sibTrans" cxnId="{741A9EFF-FA31-446E-B58F-02E666FE60FB}">
      <dgm:prSet/>
      <dgm:spPr/>
    </dgm:pt>
    <dgm:pt modelId="{33D47828-28B6-47A6-997C-E6E2FBAE736B}" type="pres">
      <dgm:prSet presAssocID="{EFC8B608-B53C-4526-A63E-04AB7F617675}" presName="Name0" presStyleCnt="0">
        <dgm:presLayoutVars>
          <dgm:dir/>
          <dgm:resizeHandles val="exact"/>
        </dgm:presLayoutVars>
      </dgm:prSet>
      <dgm:spPr/>
    </dgm:pt>
    <dgm:pt modelId="{066EA408-3F86-461D-876F-35A88603788B}" type="pres">
      <dgm:prSet presAssocID="{7C40EE69-AF7B-49C6-A0D4-C2F0B382CCE9}" presName="node" presStyleLbl="node1" presStyleIdx="0" presStyleCnt="4">
        <dgm:presLayoutVars>
          <dgm:bulletEnabled val="1"/>
        </dgm:presLayoutVars>
      </dgm:prSet>
      <dgm:spPr/>
    </dgm:pt>
    <dgm:pt modelId="{C4501160-5D3B-48A7-90B4-DAC8180931D8}" type="pres">
      <dgm:prSet presAssocID="{94F2EF3E-4C6B-49BE-86DB-A886AB1FE280}" presName="sibTrans" presStyleLbl="sibTrans2D1" presStyleIdx="0" presStyleCnt="3"/>
      <dgm:spPr/>
    </dgm:pt>
    <dgm:pt modelId="{A7557987-3C4A-4EA1-98BB-0F451DD8BE30}" type="pres">
      <dgm:prSet presAssocID="{94F2EF3E-4C6B-49BE-86DB-A886AB1FE280}" presName="connectorText" presStyleLbl="sibTrans2D1" presStyleIdx="0" presStyleCnt="3"/>
      <dgm:spPr/>
    </dgm:pt>
    <dgm:pt modelId="{7612307C-E531-4053-A189-059A6D663FE9}" type="pres">
      <dgm:prSet presAssocID="{DC63CC4B-7FC4-43E4-9A3D-548B8FC92A4B}" presName="node" presStyleLbl="node1" presStyleIdx="1" presStyleCnt="4">
        <dgm:presLayoutVars>
          <dgm:bulletEnabled val="1"/>
        </dgm:presLayoutVars>
      </dgm:prSet>
      <dgm:spPr/>
    </dgm:pt>
    <dgm:pt modelId="{E5EB7B16-9C91-4A6B-8C0D-60F2BBE3DAD3}" type="pres">
      <dgm:prSet presAssocID="{D2CB2906-DFD0-4580-9F02-671E162B71A8}" presName="sibTrans" presStyleLbl="sibTrans2D1" presStyleIdx="1" presStyleCnt="3"/>
      <dgm:spPr/>
    </dgm:pt>
    <dgm:pt modelId="{EBB44A8D-3757-418F-B42F-E1D13E343CBF}" type="pres">
      <dgm:prSet presAssocID="{D2CB2906-DFD0-4580-9F02-671E162B71A8}" presName="connectorText" presStyleLbl="sibTrans2D1" presStyleIdx="1" presStyleCnt="3"/>
      <dgm:spPr/>
    </dgm:pt>
    <dgm:pt modelId="{A632BAAD-5D61-4C08-8C9D-FD8C26AF8839}" type="pres">
      <dgm:prSet presAssocID="{314FA273-D328-44EF-83D9-2DA916D114DB}" presName="node" presStyleLbl="node1" presStyleIdx="2" presStyleCnt="4">
        <dgm:presLayoutVars>
          <dgm:bulletEnabled val="1"/>
        </dgm:presLayoutVars>
      </dgm:prSet>
      <dgm:spPr/>
    </dgm:pt>
    <dgm:pt modelId="{62E88FB9-C01A-4A97-BE98-C5320E10C685}" type="pres">
      <dgm:prSet presAssocID="{74A68783-0FDB-4F64-A272-45AB2FDE39ED}" presName="sibTrans" presStyleLbl="sibTrans2D1" presStyleIdx="2" presStyleCnt="3"/>
      <dgm:spPr/>
    </dgm:pt>
    <dgm:pt modelId="{0BBEA6D0-3764-4257-9D9C-F98D960D7F03}" type="pres">
      <dgm:prSet presAssocID="{74A68783-0FDB-4F64-A272-45AB2FDE39ED}" presName="connectorText" presStyleLbl="sibTrans2D1" presStyleIdx="2" presStyleCnt="3"/>
      <dgm:spPr/>
    </dgm:pt>
    <dgm:pt modelId="{2645BF0B-72BD-4E7D-A049-290E1CAC4A96}" type="pres">
      <dgm:prSet presAssocID="{F27254CC-409E-4DE7-B55A-59D23177D25D}" presName="node" presStyleLbl="node1" presStyleIdx="3" presStyleCnt="4">
        <dgm:presLayoutVars>
          <dgm:bulletEnabled val="1"/>
        </dgm:presLayoutVars>
      </dgm:prSet>
      <dgm:spPr/>
    </dgm:pt>
  </dgm:ptLst>
  <dgm:cxnLst>
    <dgm:cxn modelId="{1542B302-A149-4084-8FBE-823D9E118439}" type="presOf" srcId="{314FA273-D328-44EF-83D9-2DA916D114DB}" destId="{A632BAAD-5D61-4C08-8C9D-FD8C26AF8839}" srcOrd="0" destOrd="0" presId="urn:microsoft.com/office/officeart/2005/8/layout/process1"/>
    <dgm:cxn modelId="{44645C0E-4FDB-4E7D-9891-974D4FF89BE6}" srcId="{EFC8B608-B53C-4526-A63E-04AB7F617675}" destId="{DC63CC4B-7FC4-43E4-9A3D-548B8FC92A4B}" srcOrd="1" destOrd="0" parTransId="{D303D147-D3B0-4D6A-A8DA-86ABE51A734F}" sibTransId="{D2CB2906-DFD0-4580-9F02-671E162B71A8}"/>
    <dgm:cxn modelId="{D67B5E33-283E-44E1-B8A4-4172EA243995}" type="presOf" srcId="{74A68783-0FDB-4F64-A272-45AB2FDE39ED}" destId="{0BBEA6D0-3764-4257-9D9C-F98D960D7F03}" srcOrd="1" destOrd="0" presId="urn:microsoft.com/office/officeart/2005/8/layout/process1"/>
    <dgm:cxn modelId="{2CCCC83E-75FA-400A-A46B-16BDFA545B65}" srcId="{EFC8B608-B53C-4526-A63E-04AB7F617675}" destId="{7C40EE69-AF7B-49C6-A0D4-C2F0B382CCE9}" srcOrd="0" destOrd="0" parTransId="{B3E94C55-CAF1-477A-91ED-D4D5723AC3AE}" sibTransId="{94F2EF3E-4C6B-49BE-86DB-A886AB1FE280}"/>
    <dgm:cxn modelId="{4DF24B67-2FBA-4BF4-B2EB-3FBE38ED7E6C}" type="presOf" srcId="{7C40EE69-AF7B-49C6-A0D4-C2F0B382CCE9}" destId="{066EA408-3F86-461D-876F-35A88603788B}" srcOrd="0" destOrd="0" presId="urn:microsoft.com/office/officeart/2005/8/layout/process1"/>
    <dgm:cxn modelId="{7254C075-4A30-4A10-B964-598D7F4F17C7}" type="presOf" srcId="{74A68783-0FDB-4F64-A272-45AB2FDE39ED}" destId="{62E88FB9-C01A-4A97-BE98-C5320E10C685}" srcOrd="0" destOrd="0" presId="urn:microsoft.com/office/officeart/2005/8/layout/process1"/>
    <dgm:cxn modelId="{9A323177-DA4B-460D-9182-7E1040A42BE1}" type="presOf" srcId="{94F2EF3E-4C6B-49BE-86DB-A886AB1FE280}" destId="{A7557987-3C4A-4EA1-98BB-0F451DD8BE30}" srcOrd="1" destOrd="0" presId="urn:microsoft.com/office/officeart/2005/8/layout/process1"/>
    <dgm:cxn modelId="{2A79A77D-F82A-4CEC-8ADF-0E3510371673}" type="presOf" srcId="{EFC8B608-B53C-4526-A63E-04AB7F617675}" destId="{33D47828-28B6-47A6-997C-E6E2FBAE736B}" srcOrd="0" destOrd="0" presId="urn:microsoft.com/office/officeart/2005/8/layout/process1"/>
    <dgm:cxn modelId="{F7D9E27E-150E-4FF9-B9F0-7981DCCEBBE2}" type="presOf" srcId="{D2CB2906-DFD0-4580-9F02-671E162B71A8}" destId="{EBB44A8D-3757-418F-B42F-E1D13E343CBF}" srcOrd="1" destOrd="0" presId="urn:microsoft.com/office/officeart/2005/8/layout/process1"/>
    <dgm:cxn modelId="{18F4E6B9-9772-4FD0-9679-599447EC4854}" type="presOf" srcId="{94F2EF3E-4C6B-49BE-86DB-A886AB1FE280}" destId="{C4501160-5D3B-48A7-90B4-DAC8180931D8}" srcOrd="0" destOrd="0" presId="urn:microsoft.com/office/officeart/2005/8/layout/process1"/>
    <dgm:cxn modelId="{E6F10BDE-7375-4C23-A09A-C580EEBA7BB6}" srcId="{EFC8B608-B53C-4526-A63E-04AB7F617675}" destId="{314FA273-D328-44EF-83D9-2DA916D114DB}" srcOrd="2" destOrd="0" parTransId="{393BE79A-0D9B-44CA-98E1-06A06FF4700D}" sibTransId="{74A68783-0FDB-4F64-A272-45AB2FDE39ED}"/>
    <dgm:cxn modelId="{C0890FE0-6C9B-42FD-A338-2ECC39D384CA}" type="presOf" srcId="{D2CB2906-DFD0-4580-9F02-671E162B71A8}" destId="{E5EB7B16-9C91-4A6B-8C0D-60F2BBE3DAD3}" srcOrd="0" destOrd="0" presId="urn:microsoft.com/office/officeart/2005/8/layout/process1"/>
    <dgm:cxn modelId="{27743DE6-96F6-49D0-A113-28CB0222C55A}" type="presOf" srcId="{F27254CC-409E-4DE7-B55A-59D23177D25D}" destId="{2645BF0B-72BD-4E7D-A049-290E1CAC4A96}" srcOrd="0" destOrd="0" presId="urn:microsoft.com/office/officeart/2005/8/layout/process1"/>
    <dgm:cxn modelId="{2ADB9EF5-5A31-46E3-BA7B-B034DD7BC103}" type="presOf" srcId="{DC63CC4B-7FC4-43E4-9A3D-548B8FC92A4B}" destId="{7612307C-E531-4053-A189-059A6D663FE9}" srcOrd="0" destOrd="0" presId="urn:microsoft.com/office/officeart/2005/8/layout/process1"/>
    <dgm:cxn modelId="{741A9EFF-FA31-446E-B58F-02E666FE60FB}" srcId="{EFC8B608-B53C-4526-A63E-04AB7F617675}" destId="{F27254CC-409E-4DE7-B55A-59D23177D25D}" srcOrd="3" destOrd="0" parTransId="{E98F1684-7CE4-4D31-B18E-2CE1DC59D5AA}" sibTransId="{B73E500F-7877-4255-9EEE-81B0C6591A38}"/>
    <dgm:cxn modelId="{7FDEA205-1B64-408A-B9D3-B676A5B6BA76}" type="presParOf" srcId="{33D47828-28B6-47A6-997C-E6E2FBAE736B}" destId="{066EA408-3F86-461D-876F-35A88603788B}" srcOrd="0" destOrd="0" presId="urn:microsoft.com/office/officeart/2005/8/layout/process1"/>
    <dgm:cxn modelId="{A20BA323-654D-43B7-8489-0FF6345CCDFE}" type="presParOf" srcId="{33D47828-28B6-47A6-997C-E6E2FBAE736B}" destId="{C4501160-5D3B-48A7-90B4-DAC8180931D8}" srcOrd="1" destOrd="0" presId="urn:microsoft.com/office/officeart/2005/8/layout/process1"/>
    <dgm:cxn modelId="{A7DCFC50-6168-4C88-B70C-4BAF863A7637}" type="presParOf" srcId="{C4501160-5D3B-48A7-90B4-DAC8180931D8}" destId="{A7557987-3C4A-4EA1-98BB-0F451DD8BE30}" srcOrd="0" destOrd="0" presId="urn:microsoft.com/office/officeart/2005/8/layout/process1"/>
    <dgm:cxn modelId="{C0F2CA24-9E1B-4D33-BB15-AF46954601F8}" type="presParOf" srcId="{33D47828-28B6-47A6-997C-E6E2FBAE736B}" destId="{7612307C-E531-4053-A189-059A6D663FE9}" srcOrd="2" destOrd="0" presId="urn:microsoft.com/office/officeart/2005/8/layout/process1"/>
    <dgm:cxn modelId="{702EB0B2-19AC-4032-83FD-F063C569E060}" type="presParOf" srcId="{33D47828-28B6-47A6-997C-E6E2FBAE736B}" destId="{E5EB7B16-9C91-4A6B-8C0D-60F2BBE3DAD3}" srcOrd="3" destOrd="0" presId="urn:microsoft.com/office/officeart/2005/8/layout/process1"/>
    <dgm:cxn modelId="{DBEA3025-3F8B-4869-9B57-8335352A3BDB}" type="presParOf" srcId="{E5EB7B16-9C91-4A6B-8C0D-60F2BBE3DAD3}" destId="{EBB44A8D-3757-418F-B42F-E1D13E343CBF}" srcOrd="0" destOrd="0" presId="urn:microsoft.com/office/officeart/2005/8/layout/process1"/>
    <dgm:cxn modelId="{D78A363A-3A7D-4EF5-AA8C-3F67E1AE5135}" type="presParOf" srcId="{33D47828-28B6-47A6-997C-E6E2FBAE736B}" destId="{A632BAAD-5D61-4C08-8C9D-FD8C26AF8839}" srcOrd="4" destOrd="0" presId="urn:microsoft.com/office/officeart/2005/8/layout/process1"/>
    <dgm:cxn modelId="{6052E636-CC4A-427D-BA33-E247B8B9DFA6}" type="presParOf" srcId="{33D47828-28B6-47A6-997C-E6E2FBAE736B}" destId="{62E88FB9-C01A-4A97-BE98-C5320E10C685}" srcOrd="5" destOrd="0" presId="urn:microsoft.com/office/officeart/2005/8/layout/process1"/>
    <dgm:cxn modelId="{43240EEA-0EE3-42BB-8B25-112207FF03A8}" type="presParOf" srcId="{62E88FB9-C01A-4A97-BE98-C5320E10C685}" destId="{0BBEA6D0-3764-4257-9D9C-F98D960D7F03}" srcOrd="0" destOrd="0" presId="urn:microsoft.com/office/officeart/2005/8/layout/process1"/>
    <dgm:cxn modelId="{C579DCF8-8D7D-4ED4-8E3E-8A755AE6D74F}" type="presParOf" srcId="{33D47828-28B6-47A6-997C-E6E2FBAE736B}" destId="{2645BF0B-72BD-4E7D-A049-290E1CAC4A96}"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C8B608-B53C-4526-A63E-04AB7F617675}" type="doc">
      <dgm:prSet loTypeId="urn:microsoft.com/office/officeart/2005/8/layout/process1" loCatId="process" qsTypeId="urn:microsoft.com/office/officeart/2005/8/quickstyle/simple1" qsCatId="simple" csTypeId="urn:microsoft.com/office/officeart/2005/8/colors/accent3_2" csCatId="accent3" phldr="1"/>
      <dgm:spPr/>
    </dgm:pt>
    <dgm:pt modelId="{7C40EE69-AF7B-49C6-A0D4-C2F0B382CCE9}">
      <dgm:prSet phldrT="[Text]" phldr="0"/>
      <dgm:spPr/>
      <dgm:t>
        <a:bodyPr/>
        <a:lstStyle/>
        <a:p>
          <a:pPr rtl="0"/>
          <a:r>
            <a:rPr lang="de-DE" dirty="0">
              <a:latin typeface="Calibri Light" panose="020F0302020204030204"/>
            </a:rPr>
            <a:t>Marital Status</a:t>
          </a:r>
          <a:endParaRPr lang="de-DE" dirty="0"/>
        </a:p>
      </dgm:t>
    </dgm:pt>
    <dgm:pt modelId="{B3E94C55-CAF1-477A-91ED-D4D5723AC3AE}" type="parTrans" cxnId="{2CCCC83E-75FA-400A-A46B-16BDFA545B65}">
      <dgm:prSet/>
      <dgm:spPr/>
    </dgm:pt>
    <dgm:pt modelId="{94F2EF3E-4C6B-49BE-86DB-A886AB1FE280}" type="sibTrans" cxnId="{2CCCC83E-75FA-400A-A46B-16BDFA545B65}">
      <dgm:prSet/>
      <dgm:spPr/>
      <dgm:t>
        <a:bodyPr/>
        <a:lstStyle/>
        <a:p>
          <a:endParaRPr lang="de-DE"/>
        </a:p>
      </dgm:t>
    </dgm:pt>
    <dgm:pt modelId="{DC63CC4B-7FC4-43E4-9A3D-548B8FC92A4B}">
      <dgm:prSet phldrT="[Text]" phldr="0"/>
      <dgm:spPr/>
      <dgm:t>
        <a:bodyPr/>
        <a:lstStyle/>
        <a:p>
          <a:pPr rtl="0"/>
          <a:r>
            <a:rPr lang="de-DE" dirty="0">
              <a:latin typeface="Calibri Light" panose="020F0302020204030204"/>
            </a:rPr>
            <a:t>Income Tax</a:t>
          </a:r>
          <a:endParaRPr lang="de-DE" dirty="0"/>
        </a:p>
      </dgm:t>
    </dgm:pt>
    <dgm:pt modelId="{D303D147-D3B0-4D6A-A8DA-86ABE51A734F}" type="parTrans" cxnId="{44645C0E-4FDB-4E7D-9891-974D4FF89BE6}">
      <dgm:prSet/>
      <dgm:spPr/>
    </dgm:pt>
    <dgm:pt modelId="{D2CB2906-DFD0-4580-9F02-671E162B71A8}" type="sibTrans" cxnId="{44645C0E-4FDB-4E7D-9891-974D4FF89BE6}">
      <dgm:prSet/>
      <dgm:spPr/>
      <dgm:t>
        <a:bodyPr/>
        <a:lstStyle/>
        <a:p>
          <a:endParaRPr lang="de-DE"/>
        </a:p>
      </dgm:t>
    </dgm:pt>
    <dgm:pt modelId="{314FA273-D328-44EF-83D9-2DA916D114DB}">
      <dgm:prSet phldrT="[Text]" phldr="0"/>
      <dgm:spPr/>
      <dgm:t>
        <a:bodyPr/>
        <a:lstStyle/>
        <a:p>
          <a:pPr rtl="0"/>
          <a:r>
            <a:rPr lang="de-DE" dirty="0">
              <a:latin typeface="Calibri Light" panose="020F0302020204030204"/>
            </a:rPr>
            <a:t>Wealth Tax</a:t>
          </a:r>
          <a:endParaRPr lang="de-DE" dirty="0"/>
        </a:p>
      </dgm:t>
    </dgm:pt>
    <dgm:pt modelId="{393BE79A-0D9B-44CA-98E1-06A06FF4700D}" type="parTrans" cxnId="{E6F10BDE-7375-4C23-A09A-C580EEBA7BB6}">
      <dgm:prSet/>
      <dgm:spPr/>
    </dgm:pt>
    <dgm:pt modelId="{74A68783-0FDB-4F64-A272-45AB2FDE39ED}" type="sibTrans" cxnId="{E6F10BDE-7375-4C23-A09A-C580EEBA7BB6}">
      <dgm:prSet/>
      <dgm:spPr/>
      <dgm:t>
        <a:bodyPr/>
        <a:lstStyle/>
        <a:p>
          <a:endParaRPr lang="de-DE"/>
        </a:p>
      </dgm:t>
    </dgm:pt>
    <dgm:pt modelId="{33D47828-28B6-47A6-997C-E6E2FBAE736B}" type="pres">
      <dgm:prSet presAssocID="{EFC8B608-B53C-4526-A63E-04AB7F617675}" presName="Name0" presStyleCnt="0">
        <dgm:presLayoutVars>
          <dgm:dir/>
          <dgm:resizeHandles val="exact"/>
        </dgm:presLayoutVars>
      </dgm:prSet>
      <dgm:spPr/>
    </dgm:pt>
    <dgm:pt modelId="{066EA408-3F86-461D-876F-35A88603788B}" type="pres">
      <dgm:prSet presAssocID="{7C40EE69-AF7B-49C6-A0D4-C2F0B382CCE9}" presName="node" presStyleLbl="node1" presStyleIdx="0" presStyleCnt="3">
        <dgm:presLayoutVars>
          <dgm:bulletEnabled val="1"/>
        </dgm:presLayoutVars>
      </dgm:prSet>
      <dgm:spPr/>
    </dgm:pt>
    <dgm:pt modelId="{C4501160-5D3B-48A7-90B4-DAC8180931D8}" type="pres">
      <dgm:prSet presAssocID="{94F2EF3E-4C6B-49BE-86DB-A886AB1FE280}" presName="sibTrans" presStyleLbl="sibTrans2D1" presStyleIdx="0" presStyleCnt="2"/>
      <dgm:spPr/>
    </dgm:pt>
    <dgm:pt modelId="{A7557987-3C4A-4EA1-98BB-0F451DD8BE30}" type="pres">
      <dgm:prSet presAssocID="{94F2EF3E-4C6B-49BE-86DB-A886AB1FE280}" presName="connectorText" presStyleLbl="sibTrans2D1" presStyleIdx="0" presStyleCnt="2"/>
      <dgm:spPr/>
    </dgm:pt>
    <dgm:pt modelId="{7612307C-E531-4053-A189-059A6D663FE9}" type="pres">
      <dgm:prSet presAssocID="{DC63CC4B-7FC4-43E4-9A3D-548B8FC92A4B}" presName="node" presStyleLbl="node1" presStyleIdx="1" presStyleCnt="3">
        <dgm:presLayoutVars>
          <dgm:bulletEnabled val="1"/>
        </dgm:presLayoutVars>
      </dgm:prSet>
      <dgm:spPr/>
    </dgm:pt>
    <dgm:pt modelId="{E5EB7B16-9C91-4A6B-8C0D-60F2BBE3DAD3}" type="pres">
      <dgm:prSet presAssocID="{D2CB2906-DFD0-4580-9F02-671E162B71A8}" presName="sibTrans" presStyleLbl="sibTrans2D1" presStyleIdx="1" presStyleCnt="2"/>
      <dgm:spPr/>
    </dgm:pt>
    <dgm:pt modelId="{EBB44A8D-3757-418F-B42F-E1D13E343CBF}" type="pres">
      <dgm:prSet presAssocID="{D2CB2906-DFD0-4580-9F02-671E162B71A8}" presName="connectorText" presStyleLbl="sibTrans2D1" presStyleIdx="1" presStyleCnt="2"/>
      <dgm:spPr/>
    </dgm:pt>
    <dgm:pt modelId="{A632BAAD-5D61-4C08-8C9D-FD8C26AF8839}" type="pres">
      <dgm:prSet presAssocID="{314FA273-D328-44EF-83D9-2DA916D114DB}" presName="node" presStyleLbl="node1" presStyleIdx="2" presStyleCnt="3">
        <dgm:presLayoutVars>
          <dgm:bulletEnabled val="1"/>
        </dgm:presLayoutVars>
      </dgm:prSet>
      <dgm:spPr/>
    </dgm:pt>
  </dgm:ptLst>
  <dgm:cxnLst>
    <dgm:cxn modelId="{1542B302-A149-4084-8FBE-823D9E118439}" type="presOf" srcId="{314FA273-D328-44EF-83D9-2DA916D114DB}" destId="{A632BAAD-5D61-4C08-8C9D-FD8C26AF8839}" srcOrd="0" destOrd="0" presId="urn:microsoft.com/office/officeart/2005/8/layout/process1"/>
    <dgm:cxn modelId="{DB08970A-FF21-4529-8751-697698250330}" type="presOf" srcId="{94F2EF3E-4C6B-49BE-86DB-A886AB1FE280}" destId="{A7557987-3C4A-4EA1-98BB-0F451DD8BE30}" srcOrd="1" destOrd="0" presId="urn:microsoft.com/office/officeart/2005/8/layout/process1"/>
    <dgm:cxn modelId="{44645C0E-4FDB-4E7D-9891-974D4FF89BE6}" srcId="{EFC8B608-B53C-4526-A63E-04AB7F617675}" destId="{DC63CC4B-7FC4-43E4-9A3D-548B8FC92A4B}" srcOrd="1" destOrd="0" parTransId="{D303D147-D3B0-4D6A-A8DA-86ABE51A734F}" sibTransId="{D2CB2906-DFD0-4580-9F02-671E162B71A8}"/>
    <dgm:cxn modelId="{9CB4802C-6E26-4BEA-95B6-489A23322C91}" type="presOf" srcId="{D2CB2906-DFD0-4580-9F02-671E162B71A8}" destId="{EBB44A8D-3757-418F-B42F-E1D13E343CBF}" srcOrd="1" destOrd="0" presId="urn:microsoft.com/office/officeart/2005/8/layout/process1"/>
    <dgm:cxn modelId="{2CCCC83E-75FA-400A-A46B-16BDFA545B65}" srcId="{EFC8B608-B53C-4526-A63E-04AB7F617675}" destId="{7C40EE69-AF7B-49C6-A0D4-C2F0B382CCE9}" srcOrd="0" destOrd="0" parTransId="{B3E94C55-CAF1-477A-91ED-D4D5723AC3AE}" sibTransId="{94F2EF3E-4C6B-49BE-86DB-A886AB1FE280}"/>
    <dgm:cxn modelId="{4DF24B67-2FBA-4BF4-B2EB-3FBE38ED7E6C}" type="presOf" srcId="{7C40EE69-AF7B-49C6-A0D4-C2F0B382CCE9}" destId="{066EA408-3F86-461D-876F-35A88603788B}" srcOrd="0" destOrd="0" presId="urn:microsoft.com/office/officeart/2005/8/layout/process1"/>
    <dgm:cxn modelId="{2A79A77D-F82A-4CEC-8ADF-0E3510371673}" type="presOf" srcId="{EFC8B608-B53C-4526-A63E-04AB7F617675}" destId="{33D47828-28B6-47A6-997C-E6E2FBAE736B}" srcOrd="0" destOrd="0" presId="urn:microsoft.com/office/officeart/2005/8/layout/process1"/>
    <dgm:cxn modelId="{18F4E6B9-9772-4FD0-9679-599447EC4854}" type="presOf" srcId="{94F2EF3E-4C6B-49BE-86DB-A886AB1FE280}" destId="{C4501160-5D3B-48A7-90B4-DAC8180931D8}" srcOrd="0" destOrd="0" presId="urn:microsoft.com/office/officeart/2005/8/layout/process1"/>
    <dgm:cxn modelId="{E6F10BDE-7375-4C23-A09A-C580EEBA7BB6}" srcId="{EFC8B608-B53C-4526-A63E-04AB7F617675}" destId="{314FA273-D328-44EF-83D9-2DA916D114DB}" srcOrd="2" destOrd="0" parTransId="{393BE79A-0D9B-44CA-98E1-06A06FF4700D}" sibTransId="{74A68783-0FDB-4F64-A272-45AB2FDE39ED}"/>
    <dgm:cxn modelId="{C0890FE0-6C9B-42FD-A338-2ECC39D384CA}" type="presOf" srcId="{D2CB2906-DFD0-4580-9F02-671E162B71A8}" destId="{E5EB7B16-9C91-4A6B-8C0D-60F2BBE3DAD3}" srcOrd="0" destOrd="0" presId="urn:microsoft.com/office/officeart/2005/8/layout/process1"/>
    <dgm:cxn modelId="{2ADB9EF5-5A31-46E3-BA7B-B034DD7BC103}" type="presOf" srcId="{DC63CC4B-7FC4-43E4-9A3D-548B8FC92A4B}" destId="{7612307C-E531-4053-A189-059A6D663FE9}" srcOrd="0" destOrd="0" presId="urn:microsoft.com/office/officeart/2005/8/layout/process1"/>
    <dgm:cxn modelId="{7FDEA205-1B64-408A-B9D3-B676A5B6BA76}" type="presParOf" srcId="{33D47828-28B6-47A6-997C-E6E2FBAE736B}" destId="{066EA408-3F86-461D-876F-35A88603788B}" srcOrd="0" destOrd="0" presId="urn:microsoft.com/office/officeart/2005/8/layout/process1"/>
    <dgm:cxn modelId="{A20BA323-654D-43B7-8489-0FF6345CCDFE}" type="presParOf" srcId="{33D47828-28B6-47A6-997C-E6E2FBAE736B}" destId="{C4501160-5D3B-48A7-90B4-DAC8180931D8}" srcOrd="1" destOrd="0" presId="urn:microsoft.com/office/officeart/2005/8/layout/process1"/>
    <dgm:cxn modelId="{A7C0F10E-E6A4-4F2F-B76A-5609248E79D8}" type="presParOf" srcId="{C4501160-5D3B-48A7-90B4-DAC8180931D8}" destId="{A7557987-3C4A-4EA1-98BB-0F451DD8BE30}" srcOrd="0" destOrd="0" presId="urn:microsoft.com/office/officeart/2005/8/layout/process1"/>
    <dgm:cxn modelId="{C0F2CA24-9E1B-4D33-BB15-AF46954601F8}" type="presParOf" srcId="{33D47828-28B6-47A6-997C-E6E2FBAE736B}" destId="{7612307C-E531-4053-A189-059A6D663FE9}" srcOrd="2" destOrd="0" presId="urn:microsoft.com/office/officeart/2005/8/layout/process1"/>
    <dgm:cxn modelId="{702EB0B2-19AC-4032-83FD-F063C569E060}" type="presParOf" srcId="{33D47828-28B6-47A6-997C-E6E2FBAE736B}" destId="{E5EB7B16-9C91-4A6B-8C0D-60F2BBE3DAD3}" srcOrd="3" destOrd="0" presId="urn:microsoft.com/office/officeart/2005/8/layout/process1"/>
    <dgm:cxn modelId="{60453FF9-A4A6-4E2C-8428-0186F5CE6216}" type="presParOf" srcId="{E5EB7B16-9C91-4A6B-8C0D-60F2BBE3DAD3}" destId="{EBB44A8D-3757-418F-B42F-E1D13E343CBF}" srcOrd="0" destOrd="0" presId="urn:microsoft.com/office/officeart/2005/8/layout/process1"/>
    <dgm:cxn modelId="{D78A363A-3A7D-4EF5-AA8C-3F67E1AE5135}" type="presParOf" srcId="{33D47828-28B6-47A6-997C-E6E2FBAE736B}" destId="{A632BAAD-5D61-4C08-8C9D-FD8C26AF8839}"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A57826-1965-4161-BC60-B5E113651904}" type="doc">
      <dgm:prSet loTypeId="urn:microsoft.com/office/officeart/2005/8/layout/default" loCatId="list" qsTypeId="urn:microsoft.com/office/officeart/2005/8/quickstyle/simple1" qsCatId="simple" csTypeId="urn:microsoft.com/office/officeart/2005/8/colors/accent2_1" csCatId="accent2" phldr="1"/>
      <dgm:spPr/>
      <dgm:t>
        <a:bodyPr/>
        <a:lstStyle/>
        <a:p>
          <a:endParaRPr lang="de-DE"/>
        </a:p>
      </dgm:t>
    </dgm:pt>
    <dgm:pt modelId="{934558EB-C87B-4204-88D7-D340C5B7C150}">
      <dgm:prSet phldrT="[Text]" phldr="0"/>
      <dgm:spPr/>
      <dgm:t>
        <a:bodyPr/>
        <a:lstStyle/>
        <a:p>
          <a:r>
            <a:rPr lang="de-DE" dirty="0">
              <a:latin typeface="Calibri Light" panose="020F0302020204030204"/>
            </a:rPr>
            <a:t>AHV</a:t>
          </a:r>
          <a:endParaRPr lang="de-DE" dirty="0"/>
        </a:p>
      </dgm:t>
    </dgm:pt>
    <dgm:pt modelId="{D493E1BE-83C6-41A3-98D6-76AECBA5076C}" type="parTrans" cxnId="{A1AB60D8-026A-45E5-AD1C-F1E6A1056FC3}">
      <dgm:prSet/>
      <dgm:spPr/>
      <dgm:t>
        <a:bodyPr/>
        <a:lstStyle/>
        <a:p>
          <a:endParaRPr lang="de-DE"/>
        </a:p>
      </dgm:t>
    </dgm:pt>
    <dgm:pt modelId="{5F814B03-ECB7-4F7D-8604-61BCAF2E934E}" type="sibTrans" cxnId="{A1AB60D8-026A-45E5-AD1C-F1E6A1056FC3}">
      <dgm:prSet/>
      <dgm:spPr/>
      <dgm:t>
        <a:bodyPr/>
        <a:lstStyle/>
        <a:p>
          <a:endParaRPr lang="de-DE"/>
        </a:p>
      </dgm:t>
    </dgm:pt>
    <dgm:pt modelId="{218CD532-D917-43BE-B113-2A4901FD12E4}">
      <dgm:prSet phldrT="[Text]" phldr="0"/>
      <dgm:spPr/>
      <dgm:t>
        <a:bodyPr/>
        <a:lstStyle/>
        <a:p>
          <a:r>
            <a:rPr lang="de-DE" dirty="0">
              <a:latin typeface="Calibri Light" panose="020F0302020204030204"/>
            </a:rPr>
            <a:t>ALV</a:t>
          </a:r>
          <a:endParaRPr lang="de-DE" dirty="0"/>
        </a:p>
      </dgm:t>
    </dgm:pt>
    <dgm:pt modelId="{EEBFD81E-231C-45F5-B40C-225CA08707B0}" type="parTrans" cxnId="{05DAFE19-B4C7-42A5-BE91-18FDB34DEBE5}">
      <dgm:prSet/>
      <dgm:spPr/>
      <dgm:t>
        <a:bodyPr/>
        <a:lstStyle/>
        <a:p>
          <a:endParaRPr lang="de-DE"/>
        </a:p>
      </dgm:t>
    </dgm:pt>
    <dgm:pt modelId="{134DB15D-BFE7-4F1A-A6D4-3D22BD24CD91}" type="sibTrans" cxnId="{05DAFE19-B4C7-42A5-BE91-18FDB34DEBE5}">
      <dgm:prSet/>
      <dgm:spPr/>
      <dgm:t>
        <a:bodyPr/>
        <a:lstStyle/>
        <a:p>
          <a:endParaRPr lang="de-DE"/>
        </a:p>
      </dgm:t>
    </dgm:pt>
    <dgm:pt modelId="{97A5F651-113F-4629-8A73-C7010F22C9E9}">
      <dgm:prSet phldrT="[Text]" phldr="0"/>
      <dgm:spPr/>
      <dgm:t>
        <a:bodyPr/>
        <a:lstStyle/>
        <a:p>
          <a:r>
            <a:rPr lang="de-DE" dirty="0">
              <a:latin typeface="Calibri Light" panose="020F0302020204030204"/>
            </a:rPr>
            <a:t>NBU</a:t>
          </a:r>
          <a:endParaRPr lang="de-DE" dirty="0"/>
        </a:p>
      </dgm:t>
    </dgm:pt>
    <dgm:pt modelId="{7F050444-67C7-4DC3-9CEC-4EB4850C1577}" type="parTrans" cxnId="{2672FB4A-03BD-40AD-B95E-3DD20BD79E79}">
      <dgm:prSet/>
      <dgm:spPr/>
      <dgm:t>
        <a:bodyPr/>
        <a:lstStyle/>
        <a:p>
          <a:endParaRPr lang="de-DE"/>
        </a:p>
      </dgm:t>
    </dgm:pt>
    <dgm:pt modelId="{66E0AD16-C790-40B5-8ADE-51E72F1989EB}" type="sibTrans" cxnId="{2672FB4A-03BD-40AD-B95E-3DD20BD79E79}">
      <dgm:prSet/>
      <dgm:spPr/>
      <dgm:t>
        <a:bodyPr/>
        <a:lstStyle/>
        <a:p>
          <a:endParaRPr lang="de-DE"/>
        </a:p>
      </dgm:t>
    </dgm:pt>
    <dgm:pt modelId="{BE90D523-846F-49D8-B141-F8BF2AAC76D1}">
      <dgm:prSet phldrT="[Text]" phldr="0"/>
      <dgm:spPr/>
      <dgm:t>
        <a:bodyPr/>
        <a:lstStyle/>
        <a:p>
          <a:r>
            <a:rPr lang="de-DE" dirty="0">
              <a:latin typeface="Calibri Light" panose="020F0302020204030204"/>
            </a:rPr>
            <a:t>BVG/LPP</a:t>
          </a:r>
          <a:endParaRPr lang="de-DE" dirty="0"/>
        </a:p>
      </dgm:t>
    </dgm:pt>
    <dgm:pt modelId="{495F8D87-9862-4A99-9E28-BBAA4A02EC70}" type="parTrans" cxnId="{08843964-80E2-4357-AD5E-4F663598BEC2}">
      <dgm:prSet/>
      <dgm:spPr/>
      <dgm:t>
        <a:bodyPr/>
        <a:lstStyle/>
        <a:p>
          <a:endParaRPr lang="de-DE"/>
        </a:p>
      </dgm:t>
    </dgm:pt>
    <dgm:pt modelId="{B4E5405B-2C24-435F-85DE-72DD36CD4209}" type="sibTrans" cxnId="{08843964-80E2-4357-AD5E-4F663598BEC2}">
      <dgm:prSet/>
      <dgm:spPr/>
      <dgm:t>
        <a:bodyPr/>
        <a:lstStyle/>
        <a:p>
          <a:endParaRPr lang="de-DE"/>
        </a:p>
      </dgm:t>
    </dgm:pt>
    <dgm:pt modelId="{EB5B4329-A275-47C9-A304-56F2C1427B36}" type="pres">
      <dgm:prSet presAssocID="{DBA57826-1965-4161-BC60-B5E113651904}" presName="diagram" presStyleCnt="0">
        <dgm:presLayoutVars>
          <dgm:dir/>
          <dgm:resizeHandles val="exact"/>
        </dgm:presLayoutVars>
      </dgm:prSet>
      <dgm:spPr/>
    </dgm:pt>
    <dgm:pt modelId="{7B75A076-13A6-4CE9-B126-5AC1B782EA22}" type="pres">
      <dgm:prSet presAssocID="{934558EB-C87B-4204-88D7-D340C5B7C150}" presName="node" presStyleLbl="node1" presStyleIdx="0" presStyleCnt="4">
        <dgm:presLayoutVars>
          <dgm:bulletEnabled val="1"/>
        </dgm:presLayoutVars>
      </dgm:prSet>
      <dgm:spPr/>
    </dgm:pt>
    <dgm:pt modelId="{3C031537-05D1-4F35-A4D7-8E620727887D}" type="pres">
      <dgm:prSet presAssocID="{5F814B03-ECB7-4F7D-8604-61BCAF2E934E}" presName="sibTrans" presStyleCnt="0"/>
      <dgm:spPr/>
    </dgm:pt>
    <dgm:pt modelId="{9AF0FBC8-D81B-47DC-AB19-C1E1DA5B6E5E}" type="pres">
      <dgm:prSet presAssocID="{218CD532-D917-43BE-B113-2A4901FD12E4}" presName="node" presStyleLbl="node1" presStyleIdx="1" presStyleCnt="4">
        <dgm:presLayoutVars>
          <dgm:bulletEnabled val="1"/>
        </dgm:presLayoutVars>
      </dgm:prSet>
      <dgm:spPr/>
    </dgm:pt>
    <dgm:pt modelId="{F9520C65-FFCC-4955-AC3F-54F2ACD8B9B1}" type="pres">
      <dgm:prSet presAssocID="{134DB15D-BFE7-4F1A-A6D4-3D22BD24CD91}" presName="sibTrans" presStyleCnt="0"/>
      <dgm:spPr/>
    </dgm:pt>
    <dgm:pt modelId="{A7B2CFE8-7C12-4D9A-86C4-A6745B4754E1}" type="pres">
      <dgm:prSet presAssocID="{97A5F651-113F-4629-8A73-C7010F22C9E9}" presName="node" presStyleLbl="node1" presStyleIdx="2" presStyleCnt="4">
        <dgm:presLayoutVars>
          <dgm:bulletEnabled val="1"/>
        </dgm:presLayoutVars>
      </dgm:prSet>
      <dgm:spPr/>
    </dgm:pt>
    <dgm:pt modelId="{5BDC8233-4CF0-4549-800C-73B9A022F36F}" type="pres">
      <dgm:prSet presAssocID="{66E0AD16-C790-40B5-8ADE-51E72F1989EB}" presName="sibTrans" presStyleCnt="0"/>
      <dgm:spPr/>
    </dgm:pt>
    <dgm:pt modelId="{9A4296A7-A0C1-4724-997C-37A1310DBB93}" type="pres">
      <dgm:prSet presAssocID="{BE90D523-846F-49D8-B141-F8BF2AAC76D1}" presName="node" presStyleLbl="node1" presStyleIdx="3" presStyleCnt="4">
        <dgm:presLayoutVars>
          <dgm:bulletEnabled val="1"/>
        </dgm:presLayoutVars>
      </dgm:prSet>
      <dgm:spPr/>
    </dgm:pt>
  </dgm:ptLst>
  <dgm:cxnLst>
    <dgm:cxn modelId="{BF3B360D-1789-4ECC-A06D-91B7DF3E131D}" type="presOf" srcId="{DBA57826-1965-4161-BC60-B5E113651904}" destId="{EB5B4329-A275-47C9-A304-56F2C1427B36}" srcOrd="0" destOrd="0" presId="urn:microsoft.com/office/officeart/2005/8/layout/default"/>
    <dgm:cxn modelId="{05DAFE19-B4C7-42A5-BE91-18FDB34DEBE5}" srcId="{DBA57826-1965-4161-BC60-B5E113651904}" destId="{218CD532-D917-43BE-B113-2A4901FD12E4}" srcOrd="1" destOrd="0" parTransId="{EEBFD81E-231C-45F5-B40C-225CA08707B0}" sibTransId="{134DB15D-BFE7-4F1A-A6D4-3D22BD24CD91}"/>
    <dgm:cxn modelId="{77ABD926-EE2A-4203-B4ED-3231D4256D56}" type="presOf" srcId="{218CD532-D917-43BE-B113-2A4901FD12E4}" destId="{9AF0FBC8-D81B-47DC-AB19-C1E1DA5B6E5E}" srcOrd="0" destOrd="0" presId="urn:microsoft.com/office/officeart/2005/8/layout/default"/>
    <dgm:cxn modelId="{6624915F-09F5-404C-95F4-DC1B76CDCFDC}" type="presOf" srcId="{934558EB-C87B-4204-88D7-D340C5B7C150}" destId="{7B75A076-13A6-4CE9-B126-5AC1B782EA22}" srcOrd="0" destOrd="0" presId="urn:microsoft.com/office/officeart/2005/8/layout/default"/>
    <dgm:cxn modelId="{08843964-80E2-4357-AD5E-4F663598BEC2}" srcId="{DBA57826-1965-4161-BC60-B5E113651904}" destId="{BE90D523-846F-49D8-B141-F8BF2AAC76D1}" srcOrd="3" destOrd="0" parTransId="{495F8D87-9862-4A99-9E28-BBAA4A02EC70}" sibTransId="{B4E5405B-2C24-435F-85DE-72DD36CD4209}"/>
    <dgm:cxn modelId="{2672FB4A-03BD-40AD-B95E-3DD20BD79E79}" srcId="{DBA57826-1965-4161-BC60-B5E113651904}" destId="{97A5F651-113F-4629-8A73-C7010F22C9E9}" srcOrd="2" destOrd="0" parTransId="{7F050444-67C7-4DC3-9CEC-4EB4850C1577}" sibTransId="{66E0AD16-C790-40B5-8ADE-51E72F1989EB}"/>
    <dgm:cxn modelId="{1A592A80-1793-4DDF-B405-EA4C7C8AA9FD}" type="presOf" srcId="{BE90D523-846F-49D8-B141-F8BF2AAC76D1}" destId="{9A4296A7-A0C1-4724-997C-37A1310DBB93}" srcOrd="0" destOrd="0" presId="urn:microsoft.com/office/officeart/2005/8/layout/default"/>
    <dgm:cxn modelId="{18BE30C7-B68D-4D81-BA07-0EE3B74A6E98}" type="presOf" srcId="{97A5F651-113F-4629-8A73-C7010F22C9E9}" destId="{A7B2CFE8-7C12-4D9A-86C4-A6745B4754E1}" srcOrd="0" destOrd="0" presId="urn:microsoft.com/office/officeart/2005/8/layout/default"/>
    <dgm:cxn modelId="{A1AB60D8-026A-45E5-AD1C-F1E6A1056FC3}" srcId="{DBA57826-1965-4161-BC60-B5E113651904}" destId="{934558EB-C87B-4204-88D7-D340C5B7C150}" srcOrd="0" destOrd="0" parTransId="{D493E1BE-83C6-41A3-98D6-76AECBA5076C}" sibTransId="{5F814B03-ECB7-4F7D-8604-61BCAF2E934E}"/>
    <dgm:cxn modelId="{4B970BE7-E6AF-4909-80C6-1421802C403B}" type="presParOf" srcId="{EB5B4329-A275-47C9-A304-56F2C1427B36}" destId="{7B75A076-13A6-4CE9-B126-5AC1B782EA22}" srcOrd="0" destOrd="0" presId="urn:microsoft.com/office/officeart/2005/8/layout/default"/>
    <dgm:cxn modelId="{DC2830E9-44BA-4D0C-A39B-8C2EB29FF3E6}" type="presParOf" srcId="{EB5B4329-A275-47C9-A304-56F2C1427B36}" destId="{3C031537-05D1-4F35-A4D7-8E620727887D}" srcOrd="1" destOrd="0" presId="urn:microsoft.com/office/officeart/2005/8/layout/default"/>
    <dgm:cxn modelId="{7A5D727B-70B2-401C-9714-6EC828B69BEB}" type="presParOf" srcId="{EB5B4329-A275-47C9-A304-56F2C1427B36}" destId="{9AF0FBC8-D81B-47DC-AB19-C1E1DA5B6E5E}" srcOrd="2" destOrd="0" presId="urn:microsoft.com/office/officeart/2005/8/layout/default"/>
    <dgm:cxn modelId="{B8E8BEE9-1B00-4DF9-AFEB-BB398F8E2F3E}" type="presParOf" srcId="{EB5B4329-A275-47C9-A304-56F2C1427B36}" destId="{F9520C65-FFCC-4955-AC3F-54F2ACD8B9B1}" srcOrd="3" destOrd="0" presId="urn:microsoft.com/office/officeart/2005/8/layout/default"/>
    <dgm:cxn modelId="{282D7E3F-127B-40DF-B34E-5715F460C45E}" type="presParOf" srcId="{EB5B4329-A275-47C9-A304-56F2C1427B36}" destId="{A7B2CFE8-7C12-4D9A-86C4-A6745B4754E1}" srcOrd="4" destOrd="0" presId="urn:microsoft.com/office/officeart/2005/8/layout/default"/>
    <dgm:cxn modelId="{FEAB7AAA-B388-4D38-B48B-3D3FA3B4515C}" type="presParOf" srcId="{EB5B4329-A275-47C9-A304-56F2C1427B36}" destId="{5BDC8233-4CF0-4549-800C-73B9A022F36F}" srcOrd="5" destOrd="0" presId="urn:microsoft.com/office/officeart/2005/8/layout/default"/>
    <dgm:cxn modelId="{195AB0A1-2A44-4121-BCE7-BDFB07B2C08F}" type="presParOf" srcId="{EB5B4329-A275-47C9-A304-56F2C1427B36}" destId="{9A4296A7-A0C1-4724-997C-37A1310DBB93}" srcOrd="6" destOrd="0" presId="urn:microsoft.com/office/officeart/2005/8/layout/defaul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2_1" csCatId="accent2" phldr="1"/>
      <dgm:spPr/>
    </dgm:pt>
    <dgm:pt modelId="{370CA4AB-276E-42D2-918A-F0F69B11AECC}">
      <dgm:prSet phldrT="[Text]" phldr="0"/>
      <dgm:spPr/>
      <dgm:t>
        <a:bodyPr/>
        <a:lstStyle/>
        <a:p>
          <a:pPr rtl="0"/>
          <a:r>
            <a:rPr lang="de-DE" dirty="0"/>
            <a:t>User </a:t>
          </a:r>
          <a:r>
            <a:rPr lang="de-DE" dirty="0" err="1"/>
            <a:t>can</a:t>
          </a:r>
          <a:r>
            <a:rPr lang="de-DE" dirty="0"/>
            <a:t> </a:t>
          </a:r>
          <a:r>
            <a:rPr lang="de-DE" dirty="0" err="1"/>
            <a:t>manually</a:t>
          </a:r>
          <a:r>
            <a:rPr lang="de-DE" dirty="0"/>
            <a:t> </a:t>
          </a:r>
          <a:r>
            <a:rPr lang="de-DE" dirty="0" err="1"/>
            <a:t>choose</a:t>
          </a:r>
          <a:r>
            <a:rPr lang="de-DE" dirty="0"/>
            <a:t> a </a:t>
          </a:r>
          <a:r>
            <a:rPr lang="de-DE" dirty="0" err="1"/>
            <a:t>category</a:t>
          </a:r>
          <a:r>
            <a:rPr lang="de-DE" dirty="0"/>
            <a:t> and </a:t>
          </a:r>
          <a:r>
            <a:rPr lang="de-DE" dirty="0" err="1"/>
            <a:t>enter</a:t>
          </a:r>
          <a:r>
            <a:rPr lang="de-DE" dirty="0"/>
            <a:t> </a:t>
          </a:r>
          <a:r>
            <a:rPr lang="de-DE" dirty="0" err="1"/>
            <a:t>the</a:t>
          </a:r>
          <a:r>
            <a:rPr lang="de-DE" dirty="0"/>
            <a:t> </a:t>
          </a:r>
          <a:r>
            <a:rPr lang="de-DE" dirty="0" err="1"/>
            <a:t>deduction</a:t>
          </a:r>
          <a:endParaRPr lang="de-DE" dirty="0"/>
        </a:p>
      </dgm:t>
    </dgm:pt>
    <dgm:pt modelId="{08AE68DC-4C78-4382-A43F-FDC9690FF799}" type="parTrans" cxnId="{89E98BF5-F371-44ED-8B20-C695563F351D}">
      <dgm:prSet/>
      <dgm:spPr/>
    </dgm:pt>
    <dgm:pt modelId="{AB988556-F87F-49BB-9163-897CC87F3E08}" type="sibTrans" cxnId="{89E98BF5-F371-44ED-8B20-C695563F351D}">
      <dgm:prSet/>
      <dgm:spPr/>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4D3C3134-B801-49D9-BD5C-60F38E4DF48D}" type="presOf" srcId="{370CA4AB-276E-42D2-918A-F0F69B11AECC}" destId="{9FFFCC03-9581-4B57-9DDD-D7A6C3724C01}" srcOrd="0" destOrd="0" presId="urn:microsoft.com/office/officeart/2005/8/layout/equation2"/>
    <dgm:cxn modelId="{DCA9C25A-23F0-4768-841B-5D217CCDA31F}" type="presOf" srcId="{07772425-A457-425D-8208-7014E9C700FA}" destId="{456220C6-BB5F-4C11-917F-FC9ECB1321C7}" srcOrd="0" destOrd="0" presId="urn:microsoft.com/office/officeart/2005/8/layout/equation2"/>
    <dgm:cxn modelId="{89E98BF5-F371-44ED-8B20-C695563F351D}" srcId="{07772425-A457-425D-8208-7014E9C700FA}" destId="{370CA4AB-276E-42D2-918A-F0F69B11AECC}" srcOrd="0" destOrd="0" parTransId="{08AE68DC-4C78-4382-A43F-FDC9690FF799}" sibTransId="{AB988556-F87F-49BB-9163-897CC87F3E08}"/>
    <dgm:cxn modelId="{27EFC1B8-1B76-4128-A75C-320439ABBB7B}" type="presParOf" srcId="{456220C6-BB5F-4C11-917F-FC9ECB1321C7}" destId="{2EC91546-9E2E-4BFD-B354-F042509ADA46}" srcOrd="0" destOrd="0" presId="urn:microsoft.com/office/officeart/2005/8/layout/equation2"/>
    <dgm:cxn modelId="{D59A3BD9-96EB-422C-9A74-50948A891909}"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3_1" csCatId="accent3" phldr="1"/>
      <dgm:spPr/>
    </dgm:pt>
    <dgm:pt modelId="{370CA4AB-276E-42D2-918A-F0F69B11AECC}">
      <dgm:prSet phldrT="[Text]" phldr="0"/>
      <dgm:spPr/>
      <dgm:t>
        <a:bodyPr/>
        <a:lstStyle/>
        <a:p>
          <a:pPr rtl="0"/>
          <a:r>
            <a:rPr lang="de-DE" dirty="0" err="1">
              <a:latin typeface="Calibri Light" panose="020F0302020204030204"/>
            </a:rPr>
            <a:t>Divides</a:t>
          </a:r>
          <a:r>
            <a:rPr lang="de-DE" dirty="0"/>
            <a:t> </a:t>
          </a:r>
          <a:r>
            <a:rPr lang="de-DE" dirty="0" err="1"/>
            <a:t>the</a:t>
          </a:r>
          <a:r>
            <a:rPr lang="de-DE" dirty="0"/>
            <a:t> </a:t>
          </a:r>
          <a:r>
            <a:rPr lang="de-DE" dirty="0" err="1"/>
            <a:t>users</a:t>
          </a:r>
          <a:r>
            <a:rPr lang="de-DE" dirty="0"/>
            <a:t> </a:t>
          </a:r>
          <a:r>
            <a:rPr lang="de-DE" dirty="0" err="1"/>
            <a:t>into</a:t>
          </a:r>
          <a:r>
            <a:rPr lang="de-DE" dirty="0">
              <a:latin typeface="Calibri Light" panose="020F0302020204030204"/>
            </a:rPr>
            <a:t> </a:t>
          </a:r>
          <a:r>
            <a:rPr lang="de-DE" dirty="0" err="1">
              <a:latin typeface="Calibri Light" panose="020F0302020204030204"/>
            </a:rPr>
            <a:t>two</a:t>
          </a:r>
          <a:r>
            <a:rPr lang="de-DE" dirty="0"/>
            <a:t> separate groups due to combined taxation</a:t>
          </a:r>
        </a:p>
      </dgm:t>
    </dgm:pt>
    <dgm:pt modelId="{08AE68DC-4C78-4382-A43F-FDC9690FF799}" type="parTrans" cxnId="{89E98BF5-F371-44ED-8B20-C695563F351D}">
      <dgm:prSet/>
      <dgm:spPr/>
    </dgm:pt>
    <dgm:pt modelId="{AB988556-F87F-49BB-9163-897CC87F3E08}" type="sibTrans" cxnId="{89E98BF5-F371-44ED-8B20-C695563F351D}">
      <dgm:prSet/>
      <dgm:spPr/>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4D3C3134-B801-49D9-BD5C-60F38E4DF48D}" type="presOf" srcId="{370CA4AB-276E-42D2-918A-F0F69B11AECC}" destId="{9FFFCC03-9581-4B57-9DDD-D7A6C3724C01}" srcOrd="0" destOrd="0" presId="urn:microsoft.com/office/officeart/2005/8/layout/equation2"/>
    <dgm:cxn modelId="{DCA9C25A-23F0-4768-841B-5D217CCDA31F}" type="presOf" srcId="{07772425-A457-425D-8208-7014E9C700FA}" destId="{456220C6-BB5F-4C11-917F-FC9ECB1321C7}" srcOrd="0" destOrd="0" presId="urn:microsoft.com/office/officeart/2005/8/layout/equation2"/>
    <dgm:cxn modelId="{89E98BF5-F371-44ED-8B20-C695563F351D}" srcId="{07772425-A457-425D-8208-7014E9C700FA}" destId="{370CA4AB-276E-42D2-918A-F0F69B11AECC}" srcOrd="0" destOrd="0" parTransId="{08AE68DC-4C78-4382-A43F-FDC9690FF799}" sibTransId="{AB988556-F87F-49BB-9163-897CC87F3E08}"/>
    <dgm:cxn modelId="{27EFC1B8-1B76-4128-A75C-320439ABBB7B}" type="presParOf" srcId="{456220C6-BB5F-4C11-917F-FC9ECB1321C7}" destId="{2EC91546-9E2E-4BFD-B354-F042509ADA46}" srcOrd="0" destOrd="0" presId="urn:microsoft.com/office/officeart/2005/8/layout/equation2"/>
    <dgm:cxn modelId="{D59A3BD9-96EB-422C-9A74-50948A891909}"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3_1" csCatId="accent3" phldr="1"/>
      <dgm:spPr/>
    </dgm:pt>
    <dgm:pt modelId="{3C84A2EE-24DE-40AF-9DF5-CCB2989A4E19}">
      <dgm:prSet phldr="0"/>
      <dgm:spPr/>
      <dgm:t>
        <a:bodyPr/>
        <a:lstStyle/>
        <a:p>
          <a:pPr algn="l"/>
          <a:r>
            <a:rPr lang="de-DE" dirty="0">
              <a:latin typeface="Calibri Light" panose="020F0302020204030204"/>
            </a:rPr>
            <a:t>Income</a:t>
          </a:r>
          <a:r>
            <a:rPr lang="de-DE" dirty="0"/>
            <a:t> tax calculated</a:t>
          </a:r>
          <a:endParaRPr lang="de-DE" dirty="0">
            <a:latin typeface="Calibri Light" panose="020F0302020204030204"/>
          </a:endParaRPr>
        </a:p>
      </dgm:t>
    </dgm:pt>
    <dgm:pt modelId="{991F2E04-009F-404B-AEFC-6725D9171C32}" type="parTrans" cxnId="{01879036-6815-40BD-8779-C0280382F669}">
      <dgm:prSet/>
      <dgm:spPr/>
    </dgm:pt>
    <dgm:pt modelId="{64DF3379-D7EA-480E-958D-270203CDE5DF}" type="sibTrans" cxnId="{01879036-6815-40BD-8779-C0280382F669}">
      <dgm:prSet/>
      <dgm:spPr/>
      <dgm:t>
        <a:bodyPr/>
        <a:lstStyle/>
        <a:p>
          <a:endParaRPr lang="de-DE"/>
        </a:p>
      </dgm:t>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128C6834-07B4-4253-A061-1D21ED25AD41}" type="presOf" srcId="{3C84A2EE-24DE-40AF-9DF5-CCB2989A4E19}" destId="{9FFFCC03-9581-4B57-9DDD-D7A6C3724C01}" srcOrd="0" destOrd="0" presId="urn:microsoft.com/office/officeart/2005/8/layout/equation2"/>
    <dgm:cxn modelId="{01879036-6815-40BD-8779-C0280382F669}" srcId="{07772425-A457-425D-8208-7014E9C700FA}" destId="{3C84A2EE-24DE-40AF-9DF5-CCB2989A4E19}" srcOrd="0" destOrd="0" parTransId="{991F2E04-009F-404B-AEFC-6725D9171C32}" sibTransId="{64DF3379-D7EA-480E-958D-270203CDE5DF}"/>
    <dgm:cxn modelId="{DCA9C25A-23F0-4768-841B-5D217CCDA31F}" type="presOf" srcId="{07772425-A457-425D-8208-7014E9C700FA}" destId="{456220C6-BB5F-4C11-917F-FC9ECB1321C7}" srcOrd="0" destOrd="0" presId="urn:microsoft.com/office/officeart/2005/8/layout/equation2"/>
    <dgm:cxn modelId="{6A33DA96-8AE9-4DE1-AE9F-8F25FB8B76DB}" type="presParOf" srcId="{456220C6-BB5F-4C11-917F-FC9ECB1321C7}" destId="{2EC91546-9E2E-4BFD-B354-F042509ADA46}" srcOrd="0" destOrd="0" presId="urn:microsoft.com/office/officeart/2005/8/layout/equation2"/>
    <dgm:cxn modelId="{4A85B35E-F91D-482E-9544-A2C66D88A249}"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3_1" csCatId="accent3" phldr="1"/>
      <dgm:spPr/>
    </dgm:pt>
    <dgm:pt modelId="{5E847746-AFDC-42C4-8B60-8BCD21FF9248}">
      <dgm:prSet phldr="0"/>
      <dgm:spPr/>
      <dgm:t>
        <a:bodyPr/>
        <a:lstStyle/>
        <a:p>
          <a:pPr algn="l" rtl="0"/>
          <a:r>
            <a:rPr lang="de-DE" dirty="0">
              <a:latin typeface="Calibri Light" panose="020F0302020204030204"/>
            </a:rPr>
            <a:t>Partial </a:t>
          </a:r>
          <a:r>
            <a:rPr lang="de-DE" dirty="0"/>
            <a:t>/</a:t>
          </a:r>
          <a:r>
            <a:rPr lang="de-DE" dirty="0">
              <a:latin typeface="Calibri Light" panose="020F0302020204030204"/>
            </a:rPr>
            <a:t> simplified </a:t>
          </a:r>
          <a:r>
            <a:rPr lang="de-DE" dirty="0" err="1">
              <a:latin typeface="Calibri Light" panose="020F0302020204030204"/>
            </a:rPr>
            <a:t>categories</a:t>
          </a:r>
          <a:endParaRPr lang="de-DE" dirty="0">
            <a:latin typeface="Calibri Light" panose="020F0302020204030204"/>
          </a:endParaRPr>
        </a:p>
      </dgm:t>
    </dgm:pt>
    <dgm:pt modelId="{6978B0CF-CAE4-4F25-932C-072B19C7FA81}" type="parTrans" cxnId="{7D10186C-22B4-4810-AB20-92E12F3962B7}">
      <dgm:prSet/>
      <dgm:spPr/>
    </dgm:pt>
    <dgm:pt modelId="{9E466365-B5E5-4EBD-90F6-587765969520}" type="sibTrans" cxnId="{7D10186C-22B4-4810-AB20-92E12F3962B7}">
      <dgm:prSet/>
      <dgm:spPr/>
      <dgm:t>
        <a:bodyPr/>
        <a:lstStyle/>
        <a:p>
          <a:endParaRPr lang="de-DE"/>
        </a:p>
      </dgm:t>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7D10186C-22B4-4810-AB20-92E12F3962B7}" srcId="{07772425-A457-425D-8208-7014E9C700FA}" destId="{5E847746-AFDC-42C4-8B60-8BCD21FF9248}" srcOrd="0" destOrd="0" parTransId="{6978B0CF-CAE4-4F25-932C-072B19C7FA81}" sibTransId="{9E466365-B5E5-4EBD-90F6-587765969520}"/>
    <dgm:cxn modelId="{DCA9C25A-23F0-4768-841B-5D217CCDA31F}" type="presOf" srcId="{07772425-A457-425D-8208-7014E9C700FA}" destId="{456220C6-BB5F-4C11-917F-FC9ECB1321C7}" srcOrd="0" destOrd="0" presId="urn:microsoft.com/office/officeart/2005/8/layout/equation2"/>
    <dgm:cxn modelId="{306015A6-12D9-49E8-B265-B1D6263AD7D4}" type="presOf" srcId="{5E847746-AFDC-42C4-8B60-8BCD21FF9248}" destId="{9FFFCC03-9581-4B57-9DDD-D7A6C3724C01}" srcOrd="0" destOrd="0" presId="urn:microsoft.com/office/officeart/2005/8/layout/equation2"/>
    <dgm:cxn modelId="{8EB3035F-0603-4A25-93BC-41318257B300}" type="presParOf" srcId="{456220C6-BB5F-4C11-917F-FC9ECB1321C7}" destId="{2EC91546-9E2E-4BFD-B354-F042509ADA46}" srcOrd="0" destOrd="0" presId="urn:microsoft.com/office/officeart/2005/8/layout/equation2"/>
    <dgm:cxn modelId="{F392D0E7-1D4F-4408-A9F5-8E34435F8D1A}"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3_1" csCatId="accent3" phldr="1"/>
      <dgm:spPr/>
    </dgm:pt>
    <dgm:pt modelId="{C30620DA-EEA9-4F92-9B59-75E096EB9B7A}">
      <dgm:prSet phldr="0"/>
      <dgm:spPr/>
      <dgm:t>
        <a:bodyPr/>
        <a:lstStyle/>
        <a:p>
          <a:pPr algn="l" rtl="0"/>
          <a:r>
            <a:rPr lang="de-DE" dirty="0"/>
            <a:t>pie </a:t>
          </a:r>
          <a:r>
            <a:rPr lang="de-DE" dirty="0" err="1"/>
            <a:t>chart</a:t>
          </a:r>
          <a:r>
            <a:rPr lang="de-DE" dirty="0"/>
            <a:t> visualization:</a:t>
          </a:r>
          <a:r>
            <a:rPr lang="de-DE" dirty="0">
              <a:latin typeface="Calibri Light" panose="020F0302020204030204"/>
            </a:rPr>
            <a:t> </a:t>
          </a:r>
          <a:r>
            <a:rPr lang="de-DE" dirty="0"/>
            <a:t>different </a:t>
          </a:r>
          <a:r>
            <a:rPr lang="de-DE" dirty="0" err="1"/>
            <a:t>categories</a:t>
          </a:r>
          <a:r>
            <a:rPr lang="de-DE" dirty="0"/>
            <a:t> </a:t>
          </a:r>
          <a:r>
            <a:rPr lang="de-DE" dirty="0" err="1"/>
            <a:t>of</a:t>
          </a:r>
          <a:r>
            <a:rPr lang="de-DE" dirty="0"/>
            <a:t> </a:t>
          </a:r>
          <a:r>
            <a:rPr lang="de-DE" dirty="0" err="1"/>
            <a:t>tax</a:t>
          </a:r>
          <a:endParaRPr lang="de-DE" dirty="0">
            <a:latin typeface="Calibri Light" panose="020F0302020204030204"/>
          </a:endParaRPr>
        </a:p>
      </dgm:t>
    </dgm:pt>
    <dgm:pt modelId="{A2DB815B-8637-49F2-8128-2BA3B5BC45B8}" type="parTrans" cxnId="{29970307-0B79-4472-ACEA-1C4B1B56A887}">
      <dgm:prSet/>
      <dgm:spPr/>
    </dgm:pt>
    <dgm:pt modelId="{51F332AF-0D84-4DEF-AB89-3D0E6EA6ED10}" type="sibTrans" cxnId="{29970307-0B79-4472-ACEA-1C4B1B56A887}">
      <dgm:prSet/>
      <dgm:spPr/>
      <dgm:t>
        <a:bodyPr/>
        <a:lstStyle/>
        <a:p>
          <a:endParaRPr lang="de-DE"/>
        </a:p>
      </dgm:t>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29970307-0B79-4472-ACEA-1C4B1B56A887}" srcId="{07772425-A457-425D-8208-7014E9C700FA}" destId="{C30620DA-EEA9-4F92-9B59-75E096EB9B7A}" srcOrd="0" destOrd="0" parTransId="{A2DB815B-8637-49F2-8128-2BA3B5BC45B8}" sibTransId="{51F332AF-0D84-4DEF-AB89-3D0E6EA6ED10}"/>
    <dgm:cxn modelId="{1AC4D473-7AE4-4B59-864B-B07A4564115A}" type="presOf" srcId="{C30620DA-EEA9-4F92-9B59-75E096EB9B7A}" destId="{9FFFCC03-9581-4B57-9DDD-D7A6C3724C01}" srcOrd="0" destOrd="0" presId="urn:microsoft.com/office/officeart/2005/8/layout/equation2"/>
    <dgm:cxn modelId="{DCA9C25A-23F0-4768-841B-5D217CCDA31F}" type="presOf" srcId="{07772425-A457-425D-8208-7014E9C700FA}" destId="{456220C6-BB5F-4C11-917F-FC9ECB1321C7}" srcOrd="0" destOrd="0" presId="urn:microsoft.com/office/officeart/2005/8/layout/equation2"/>
    <dgm:cxn modelId="{08B4FAEE-ED3C-408F-8C75-62B89EFA5313}" type="presParOf" srcId="{456220C6-BB5F-4C11-917F-FC9ECB1321C7}" destId="{2EC91546-9E2E-4BFD-B354-F042509ADA46}" srcOrd="0" destOrd="0" presId="urn:microsoft.com/office/officeart/2005/8/layout/equation2"/>
    <dgm:cxn modelId="{C27909F4-8A83-4F05-97C2-08584F334EB0}"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4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772425-A457-425D-8208-7014E9C700FA}" type="doc">
      <dgm:prSet loTypeId="urn:microsoft.com/office/officeart/2005/8/layout/equation2" loCatId="relationship" qsTypeId="urn:microsoft.com/office/officeart/2005/8/quickstyle/simple1" qsCatId="simple" csTypeId="urn:microsoft.com/office/officeart/2005/8/colors/accent3_1" csCatId="accent3" phldr="1"/>
      <dgm:spPr/>
    </dgm:pt>
    <dgm:pt modelId="{8A06658C-9B67-4ABE-8C48-87F1ADDBF992}">
      <dgm:prSet phldr="0"/>
      <dgm:spPr/>
      <dgm:t>
        <a:bodyPr/>
        <a:lstStyle/>
        <a:p>
          <a:pPr algn="l" rtl="0"/>
          <a:r>
            <a:rPr lang="de-DE" dirty="0">
              <a:latin typeface="Calibri Light" panose="020F0302020204030204"/>
            </a:rPr>
            <a:t>Graph</a:t>
          </a:r>
          <a:r>
            <a:rPr lang="de-DE" dirty="0"/>
            <a:t> visualization</a:t>
          </a:r>
          <a:r>
            <a:rPr lang="de-DE" dirty="0">
              <a:latin typeface="Calibri Light" panose="020F0302020204030204"/>
            </a:rPr>
            <a:t>: </a:t>
          </a:r>
          <a:r>
            <a:rPr lang="de-DE" dirty="0"/>
            <a:t>tax/income ratio</a:t>
          </a:r>
          <a:endParaRPr lang="de-DE" dirty="0">
            <a:latin typeface="Calibri Light" panose="020F0302020204030204"/>
          </a:endParaRPr>
        </a:p>
      </dgm:t>
    </dgm:pt>
    <dgm:pt modelId="{49624625-0ED8-42EC-B02C-B90F5BEDCABA}" type="parTrans" cxnId="{F46673E4-66BD-40EE-A9AE-64459C7CC6FD}">
      <dgm:prSet/>
      <dgm:spPr/>
    </dgm:pt>
    <dgm:pt modelId="{5CE0AC47-4A88-4193-9F1B-77829DFA6389}" type="sibTrans" cxnId="{F46673E4-66BD-40EE-A9AE-64459C7CC6FD}">
      <dgm:prSet/>
      <dgm:spPr/>
      <dgm:t>
        <a:bodyPr/>
        <a:lstStyle/>
        <a:p>
          <a:endParaRPr lang="de-DE"/>
        </a:p>
      </dgm:t>
    </dgm:pt>
    <dgm:pt modelId="{456220C6-BB5F-4C11-917F-FC9ECB1321C7}" type="pres">
      <dgm:prSet presAssocID="{07772425-A457-425D-8208-7014E9C700FA}" presName="Name0" presStyleCnt="0">
        <dgm:presLayoutVars>
          <dgm:dir/>
          <dgm:resizeHandles val="exact"/>
        </dgm:presLayoutVars>
      </dgm:prSet>
      <dgm:spPr/>
    </dgm:pt>
    <dgm:pt modelId="{2EC91546-9E2E-4BFD-B354-F042509ADA46}" type="pres">
      <dgm:prSet presAssocID="{07772425-A457-425D-8208-7014E9C700FA}" presName="vNodes" presStyleCnt="0"/>
      <dgm:spPr/>
    </dgm:pt>
    <dgm:pt modelId="{9FFFCC03-9581-4B57-9DDD-D7A6C3724C01}" type="pres">
      <dgm:prSet presAssocID="{07772425-A457-425D-8208-7014E9C700FA}" presName="lastNode" presStyleLbl="node1" presStyleIdx="0" presStyleCnt="1">
        <dgm:presLayoutVars>
          <dgm:bulletEnabled val="1"/>
        </dgm:presLayoutVars>
      </dgm:prSet>
      <dgm:spPr/>
    </dgm:pt>
  </dgm:ptLst>
  <dgm:cxnLst>
    <dgm:cxn modelId="{63FA1711-DFD2-49ED-9A99-A46A7F8AF621}" type="presOf" srcId="{8A06658C-9B67-4ABE-8C48-87F1ADDBF992}" destId="{9FFFCC03-9581-4B57-9DDD-D7A6C3724C01}" srcOrd="0" destOrd="0" presId="urn:microsoft.com/office/officeart/2005/8/layout/equation2"/>
    <dgm:cxn modelId="{DCA9C25A-23F0-4768-841B-5D217CCDA31F}" type="presOf" srcId="{07772425-A457-425D-8208-7014E9C700FA}" destId="{456220C6-BB5F-4C11-917F-FC9ECB1321C7}" srcOrd="0" destOrd="0" presId="urn:microsoft.com/office/officeart/2005/8/layout/equation2"/>
    <dgm:cxn modelId="{F46673E4-66BD-40EE-A9AE-64459C7CC6FD}" srcId="{07772425-A457-425D-8208-7014E9C700FA}" destId="{8A06658C-9B67-4ABE-8C48-87F1ADDBF992}" srcOrd="0" destOrd="0" parTransId="{49624625-0ED8-42EC-B02C-B90F5BEDCABA}" sibTransId="{5CE0AC47-4A88-4193-9F1B-77829DFA6389}"/>
    <dgm:cxn modelId="{2F4ED2BD-D421-43F1-AB3E-F2F272820433}" type="presParOf" srcId="{456220C6-BB5F-4C11-917F-FC9ECB1321C7}" destId="{2EC91546-9E2E-4BFD-B354-F042509ADA46}" srcOrd="0" destOrd="0" presId="urn:microsoft.com/office/officeart/2005/8/layout/equation2"/>
    <dgm:cxn modelId="{C3479F06-53A7-4239-9DC5-59564BDF6D95}" type="presParOf" srcId="{456220C6-BB5F-4C11-917F-FC9ECB1321C7}" destId="{9FFFCC03-9581-4B57-9DDD-D7A6C3724C01}" srcOrd="1" destOrd="0" presId="urn:microsoft.com/office/officeart/2005/8/layout/equation2"/>
  </dgm:cxnLst>
  <dgm:bg/>
  <dgm:whole/>
  <dgm:extLst>
    <a:ext uri="http://schemas.microsoft.com/office/drawing/2008/diagram">
      <dsp:dataModelExt xmlns:dsp="http://schemas.microsoft.com/office/drawing/2008/diagram" relId="rId4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FD34BAD-59A3-4FC4-8DB8-D2DC1FFD314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90EC537-B43A-47C5-B088-AB9E36A6D3EF}">
      <dgm:prSet/>
      <dgm:spPr/>
      <dgm:t>
        <a:bodyPr/>
        <a:lstStyle/>
        <a:p>
          <a:pPr>
            <a:lnSpc>
              <a:spcPct val="100000"/>
            </a:lnSpc>
          </a:pPr>
          <a:r>
            <a:rPr lang="de-DE" dirty="0">
              <a:latin typeface="Calibri Light" panose="020F0302020204030204"/>
            </a:rPr>
            <a:t>Swiss Tax API Providers (e.g. </a:t>
          </a:r>
          <a:r>
            <a:rPr lang="de-DE" b="1" dirty="0"/>
            <a:t>swiss-tax-api </a:t>
          </a:r>
          <a:r>
            <a:rPr lang="de-DE" b="1" dirty="0">
              <a:latin typeface="Calibri Light" panose="020F0302020204030204"/>
            </a:rPr>
            <a:t>)</a:t>
          </a:r>
          <a:endParaRPr lang="en-US" dirty="0"/>
        </a:p>
      </dgm:t>
    </dgm:pt>
    <dgm:pt modelId="{BAB1F4B7-6F74-4F87-AF74-902E30EB52C3}" type="parTrans" cxnId="{AC6E04F4-922A-4872-9921-45306ACFC206}">
      <dgm:prSet/>
      <dgm:spPr/>
      <dgm:t>
        <a:bodyPr/>
        <a:lstStyle/>
        <a:p>
          <a:endParaRPr lang="en-US"/>
        </a:p>
      </dgm:t>
    </dgm:pt>
    <dgm:pt modelId="{0A6A8A65-8522-439F-87DF-5F8EA7A7A9E4}" type="sibTrans" cxnId="{AC6E04F4-922A-4872-9921-45306ACFC206}">
      <dgm:prSet/>
      <dgm:spPr/>
      <dgm:t>
        <a:bodyPr/>
        <a:lstStyle/>
        <a:p>
          <a:endParaRPr lang="en-US"/>
        </a:p>
      </dgm:t>
    </dgm:pt>
    <dgm:pt modelId="{681CFA28-78A7-4D40-A1FC-0E7B0A2BDD23}">
      <dgm:prSet phldr="0"/>
      <dgm:spPr/>
      <dgm:t>
        <a:bodyPr/>
        <a:lstStyle/>
        <a:p>
          <a:pPr>
            <a:lnSpc>
              <a:spcPct val="100000"/>
            </a:lnSpc>
          </a:pPr>
          <a:r>
            <a:rPr lang="de-DE" dirty="0"/>
            <a:t>Swiss Federal </a:t>
          </a:r>
          <a:r>
            <a:rPr lang="de-DE" dirty="0" err="1"/>
            <a:t>Tax</a:t>
          </a:r>
          <a:r>
            <a:rPr lang="de-DE" dirty="0"/>
            <a:t> Administration</a:t>
          </a:r>
          <a:r>
            <a:rPr lang="de-DE" dirty="0">
              <a:latin typeface="Calibri Light" panose="020F0302020204030204"/>
            </a:rPr>
            <a:t> Datasets</a:t>
          </a:r>
        </a:p>
      </dgm:t>
    </dgm:pt>
    <dgm:pt modelId="{F4D45675-8BB1-4D79-9B4D-F844C869A021}" type="parTrans" cxnId="{1A53D52C-0227-4B7C-A183-F5406B7E21B1}">
      <dgm:prSet/>
      <dgm:spPr/>
    </dgm:pt>
    <dgm:pt modelId="{861590E7-5BB5-4102-B5C8-FCCD6CEFE724}" type="sibTrans" cxnId="{1A53D52C-0227-4B7C-A183-F5406B7E21B1}">
      <dgm:prSet/>
      <dgm:spPr/>
    </dgm:pt>
    <dgm:pt modelId="{3D3BF82C-83BD-4E79-8076-037D8B8A09C2}">
      <dgm:prSet phldr="0"/>
      <dgm:spPr/>
      <dgm:t>
        <a:bodyPr/>
        <a:lstStyle/>
        <a:p>
          <a:pPr rtl="0">
            <a:lnSpc>
              <a:spcPct val="100000"/>
            </a:lnSpc>
          </a:pPr>
          <a:r>
            <a:rPr lang="de-DE" dirty="0">
              <a:latin typeface="Calibri Light" panose="020F0302020204030204"/>
            </a:rPr>
            <a:t>Individual User Input</a:t>
          </a:r>
        </a:p>
      </dgm:t>
    </dgm:pt>
    <dgm:pt modelId="{26C9D4B1-4AE0-449E-918B-A88DFF13C75A}" type="parTrans" cxnId="{0C391DEC-835E-4A05-A765-5DB967DA47E8}">
      <dgm:prSet/>
      <dgm:spPr/>
    </dgm:pt>
    <dgm:pt modelId="{D3915031-B962-4E94-B1DC-224688979EBD}" type="sibTrans" cxnId="{0C391DEC-835E-4A05-A765-5DB967DA47E8}">
      <dgm:prSet/>
      <dgm:spPr/>
    </dgm:pt>
    <dgm:pt modelId="{9432917D-D490-4C22-AE65-92B73CA793C8}" type="pres">
      <dgm:prSet presAssocID="{5FD34BAD-59A3-4FC4-8DB8-D2DC1FFD3143}" presName="root" presStyleCnt="0">
        <dgm:presLayoutVars>
          <dgm:dir/>
          <dgm:resizeHandles val="exact"/>
        </dgm:presLayoutVars>
      </dgm:prSet>
      <dgm:spPr/>
    </dgm:pt>
    <dgm:pt modelId="{559B9878-892B-4154-8A6D-ED176A0E4832}" type="pres">
      <dgm:prSet presAssocID="{3D3BF82C-83BD-4E79-8076-037D8B8A09C2}" presName="compNode" presStyleCnt="0"/>
      <dgm:spPr/>
    </dgm:pt>
    <dgm:pt modelId="{7860A693-FCDF-4831-92EC-7720D55078F9}" type="pres">
      <dgm:prSet presAssocID="{3D3BF82C-83BD-4E79-8076-037D8B8A09C2}" presName="bgRect" presStyleLbl="bgShp" presStyleIdx="0" presStyleCnt="3"/>
      <dgm:spPr/>
    </dgm:pt>
    <dgm:pt modelId="{F6A9F1D9-4129-416C-BBE8-E3B1E8EB6749}" type="pres">
      <dgm:prSet presAssocID="{3D3BF82C-83BD-4E79-8076-037D8B8A09C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with solid fill"/>
        </a:ext>
      </dgm:extLst>
    </dgm:pt>
    <dgm:pt modelId="{CB39D551-EE36-4570-BBA4-E50CCDF79A88}" type="pres">
      <dgm:prSet presAssocID="{3D3BF82C-83BD-4E79-8076-037D8B8A09C2}" presName="spaceRect" presStyleCnt="0"/>
      <dgm:spPr/>
    </dgm:pt>
    <dgm:pt modelId="{8AB7A6CC-F58B-4A98-B84E-281D850A1DA1}" type="pres">
      <dgm:prSet presAssocID="{3D3BF82C-83BD-4E79-8076-037D8B8A09C2}" presName="parTx" presStyleLbl="revTx" presStyleIdx="0" presStyleCnt="3">
        <dgm:presLayoutVars>
          <dgm:chMax val="0"/>
          <dgm:chPref val="0"/>
        </dgm:presLayoutVars>
      </dgm:prSet>
      <dgm:spPr/>
    </dgm:pt>
    <dgm:pt modelId="{AED3596A-4E38-4796-82F0-B1250EAFF01C}" type="pres">
      <dgm:prSet presAssocID="{D3915031-B962-4E94-B1DC-224688979EBD}" presName="sibTrans" presStyleCnt="0"/>
      <dgm:spPr/>
    </dgm:pt>
    <dgm:pt modelId="{162DC0F9-DB2C-439E-A565-831C85320694}" type="pres">
      <dgm:prSet presAssocID="{B90EC537-B43A-47C5-B088-AB9E36A6D3EF}" presName="compNode" presStyleCnt="0"/>
      <dgm:spPr/>
    </dgm:pt>
    <dgm:pt modelId="{583F2E38-BD73-4DDB-B76A-6A4718A0C81D}" type="pres">
      <dgm:prSet presAssocID="{B90EC537-B43A-47C5-B088-AB9E36A6D3EF}" presName="bgRect" presStyleLbl="bgShp" presStyleIdx="1" presStyleCnt="3"/>
      <dgm:spPr/>
    </dgm:pt>
    <dgm:pt modelId="{DA4483FE-C157-47EB-BC98-A35D3E5C5B44}" type="pres">
      <dgm:prSet presAssocID="{B90EC537-B43A-47C5-B088-AB9E36A6D3E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ld"/>
        </a:ext>
      </dgm:extLst>
    </dgm:pt>
    <dgm:pt modelId="{4B9E8E12-0D72-4F84-B98E-896F4841CBBD}" type="pres">
      <dgm:prSet presAssocID="{B90EC537-B43A-47C5-B088-AB9E36A6D3EF}" presName="spaceRect" presStyleCnt="0"/>
      <dgm:spPr/>
    </dgm:pt>
    <dgm:pt modelId="{2D1C59A5-9C79-4A8C-A558-078B09A4ABB1}" type="pres">
      <dgm:prSet presAssocID="{B90EC537-B43A-47C5-B088-AB9E36A6D3EF}" presName="parTx" presStyleLbl="revTx" presStyleIdx="1" presStyleCnt="3">
        <dgm:presLayoutVars>
          <dgm:chMax val="0"/>
          <dgm:chPref val="0"/>
        </dgm:presLayoutVars>
      </dgm:prSet>
      <dgm:spPr/>
    </dgm:pt>
    <dgm:pt modelId="{EF14AC47-7401-4AD1-A971-0F693A1507AF}" type="pres">
      <dgm:prSet presAssocID="{0A6A8A65-8522-439F-87DF-5F8EA7A7A9E4}" presName="sibTrans" presStyleCnt="0"/>
      <dgm:spPr/>
    </dgm:pt>
    <dgm:pt modelId="{C8DA691E-FB82-4ABB-9DB0-FE4C7B98E4B1}" type="pres">
      <dgm:prSet presAssocID="{681CFA28-78A7-4D40-A1FC-0E7B0A2BDD23}" presName="compNode" presStyleCnt="0"/>
      <dgm:spPr/>
    </dgm:pt>
    <dgm:pt modelId="{36771FCA-9D35-4EB7-BB0A-230E5C7048AA}" type="pres">
      <dgm:prSet presAssocID="{681CFA28-78A7-4D40-A1FC-0E7B0A2BDD23}" presName="bgRect" presStyleLbl="bgShp" presStyleIdx="2" presStyleCnt="3"/>
      <dgm:spPr/>
    </dgm:pt>
    <dgm:pt modelId="{F2BF6ABA-0A22-4739-A2D8-4AC3F9AE10C8}" type="pres">
      <dgm:prSet presAssocID="{681CFA28-78A7-4D40-A1FC-0E7B0A2BDD23}"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k with solid fill"/>
        </a:ext>
      </dgm:extLst>
    </dgm:pt>
    <dgm:pt modelId="{808F4A18-51D8-43B8-BF47-16B4B9133340}" type="pres">
      <dgm:prSet presAssocID="{681CFA28-78A7-4D40-A1FC-0E7B0A2BDD23}" presName="spaceRect" presStyleCnt="0"/>
      <dgm:spPr/>
    </dgm:pt>
    <dgm:pt modelId="{FC07ECFB-67B1-4B34-BDE1-D04FB840C5E8}" type="pres">
      <dgm:prSet presAssocID="{681CFA28-78A7-4D40-A1FC-0E7B0A2BDD23}" presName="parTx" presStyleLbl="revTx" presStyleIdx="2" presStyleCnt="3">
        <dgm:presLayoutVars>
          <dgm:chMax val="0"/>
          <dgm:chPref val="0"/>
        </dgm:presLayoutVars>
      </dgm:prSet>
      <dgm:spPr/>
    </dgm:pt>
  </dgm:ptLst>
  <dgm:cxnLst>
    <dgm:cxn modelId="{0C5E3614-9289-4211-B428-0762EA9E5896}" type="presOf" srcId="{3D3BF82C-83BD-4E79-8076-037D8B8A09C2}" destId="{8AB7A6CC-F58B-4A98-B84E-281D850A1DA1}" srcOrd="0" destOrd="0" presId="urn:microsoft.com/office/officeart/2018/2/layout/IconVerticalSolidList"/>
    <dgm:cxn modelId="{F2269B1F-B28D-4057-A777-18E26ECE74D0}" type="presOf" srcId="{B90EC537-B43A-47C5-B088-AB9E36A6D3EF}" destId="{2D1C59A5-9C79-4A8C-A558-078B09A4ABB1}" srcOrd="0" destOrd="0" presId="urn:microsoft.com/office/officeart/2018/2/layout/IconVerticalSolidList"/>
    <dgm:cxn modelId="{1A53D52C-0227-4B7C-A183-F5406B7E21B1}" srcId="{5FD34BAD-59A3-4FC4-8DB8-D2DC1FFD3143}" destId="{681CFA28-78A7-4D40-A1FC-0E7B0A2BDD23}" srcOrd="2" destOrd="0" parTransId="{F4D45675-8BB1-4D79-9B4D-F844C869A021}" sibTransId="{861590E7-5BB5-4102-B5C8-FCCD6CEFE724}"/>
    <dgm:cxn modelId="{679969B9-8854-4CB0-B467-B53771FE9037}" type="presOf" srcId="{5FD34BAD-59A3-4FC4-8DB8-D2DC1FFD3143}" destId="{9432917D-D490-4C22-AE65-92B73CA793C8}" srcOrd="0" destOrd="0" presId="urn:microsoft.com/office/officeart/2018/2/layout/IconVerticalSolidList"/>
    <dgm:cxn modelId="{CA8DABE0-368F-4CE4-AB53-B537D38A7F63}" type="presOf" srcId="{681CFA28-78A7-4D40-A1FC-0E7B0A2BDD23}" destId="{FC07ECFB-67B1-4B34-BDE1-D04FB840C5E8}" srcOrd="0" destOrd="0" presId="urn:microsoft.com/office/officeart/2018/2/layout/IconVerticalSolidList"/>
    <dgm:cxn modelId="{0C391DEC-835E-4A05-A765-5DB967DA47E8}" srcId="{5FD34BAD-59A3-4FC4-8DB8-D2DC1FFD3143}" destId="{3D3BF82C-83BD-4E79-8076-037D8B8A09C2}" srcOrd="0" destOrd="0" parTransId="{26C9D4B1-4AE0-449E-918B-A88DFF13C75A}" sibTransId="{D3915031-B962-4E94-B1DC-224688979EBD}"/>
    <dgm:cxn modelId="{AC6E04F4-922A-4872-9921-45306ACFC206}" srcId="{5FD34BAD-59A3-4FC4-8DB8-D2DC1FFD3143}" destId="{B90EC537-B43A-47C5-B088-AB9E36A6D3EF}" srcOrd="1" destOrd="0" parTransId="{BAB1F4B7-6F74-4F87-AF74-902E30EB52C3}" sibTransId="{0A6A8A65-8522-439F-87DF-5F8EA7A7A9E4}"/>
    <dgm:cxn modelId="{DCF03AA6-51C9-4BDA-9D77-6146479B06FE}" type="presParOf" srcId="{9432917D-D490-4C22-AE65-92B73CA793C8}" destId="{559B9878-892B-4154-8A6D-ED176A0E4832}" srcOrd="0" destOrd="0" presId="urn:microsoft.com/office/officeart/2018/2/layout/IconVerticalSolidList"/>
    <dgm:cxn modelId="{91644050-F57F-4BBD-9AA5-892D5A482078}" type="presParOf" srcId="{559B9878-892B-4154-8A6D-ED176A0E4832}" destId="{7860A693-FCDF-4831-92EC-7720D55078F9}" srcOrd="0" destOrd="0" presId="urn:microsoft.com/office/officeart/2018/2/layout/IconVerticalSolidList"/>
    <dgm:cxn modelId="{C351AD65-1D22-4641-AF59-A6F5386A1152}" type="presParOf" srcId="{559B9878-892B-4154-8A6D-ED176A0E4832}" destId="{F6A9F1D9-4129-416C-BBE8-E3B1E8EB6749}" srcOrd="1" destOrd="0" presId="urn:microsoft.com/office/officeart/2018/2/layout/IconVerticalSolidList"/>
    <dgm:cxn modelId="{6D65A9BA-CE00-4B92-9359-75B23D1F7ED8}" type="presParOf" srcId="{559B9878-892B-4154-8A6D-ED176A0E4832}" destId="{CB39D551-EE36-4570-BBA4-E50CCDF79A88}" srcOrd="2" destOrd="0" presId="urn:microsoft.com/office/officeart/2018/2/layout/IconVerticalSolidList"/>
    <dgm:cxn modelId="{72A84A47-59F6-4127-A0C4-AFD612B29555}" type="presParOf" srcId="{559B9878-892B-4154-8A6D-ED176A0E4832}" destId="{8AB7A6CC-F58B-4A98-B84E-281D850A1DA1}" srcOrd="3" destOrd="0" presId="urn:microsoft.com/office/officeart/2018/2/layout/IconVerticalSolidList"/>
    <dgm:cxn modelId="{53853EC9-F2F0-4CDF-B6F1-076ECCB46078}" type="presParOf" srcId="{9432917D-D490-4C22-AE65-92B73CA793C8}" destId="{AED3596A-4E38-4796-82F0-B1250EAFF01C}" srcOrd="1" destOrd="0" presId="urn:microsoft.com/office/officeart/2018/2/layout/IconVerticalSolidList"/>
    <dgm:cxn modelId="{A6BC492B-AC73-40A2-8AC5-64214D83031D}" type="presParOf" srcId="{9432917D-D490-4C22-AE65-92B73CA793C8}" destId="{162DC0F9-DB2C-439E-A565-831C85320694}" srcOrd="2" destOrd="0" presId="urn:microsoft.com/office/officeart/2018/2/layout/IconVerticalSolidList"/>
    <dgm:cxn modelId="{172ACD64-1DC3-459E-931F-E42495563190}" type="presParOf" srcId="{162DC0F9-DB2C-439E-A565-831C85320694}" destId="{583F2E38-BD73-4DDB-B76A-6A4718A0C81D}" srcOrd="0" destOrd="0" presId="urn:microsoft.com/office/officeart/2018/2/layout/IconVerticalSolidList"/>
    <dgm:cxn modelId="{65021954-7B73-4E43-BFF1-70117D5DB066}" type="presParOf" srcId="{162DC0F9-DB2C-439E-A565-831C85320694}" destId="{DA4483FE-C157-47EB-BC98-A35D3E5C5B44}" srcOrd="1" destOrd="0" presId="urn:microsoft.com/office/officeart/2018/2/layout/IconVerticalSolidList"/>
    <dgm:cxn modelId="{364CDB8E-533B-4E75-AE60-70FFA9433762}" type="presParOf" srcId="{162DC0F9-DB2C-439E-A565-831C85320694}" destId="{4B9E8E12-0D72-4F84-B98E-896F4841CBBD}" srcOrd="2" destOrd="0" presId="urn:microsoft.com/office/officeart/2018/2/layout/IconVerticalSolidList"/>
    <dgm:cxn modelId="{2F04AD54-9CB9-4EC7-957D-BA2FB7F421DE}" type="presParOf" srcId="{162DC0F9-DB2C-439E-A565-831C85320694}" destId="{2D1C59A5-9C79-4A8C-A558-078B09A4ABB1}" srcOrd="3" destOrd="0" presId="urn:microsoft.com/office/officeart/2018/2/layout/IconVerticalSolidList"/>
    <dgm:cxn modelId="{A8AAA1E6-4450-43E4-BAA1-5FE8AF41EF3D}" type="presParOf" srcId="{9432917D-D490-4C22-AE65-92B73CA793C8}" destId="{EF14AC47-7401-4AD1-A971-0F693A1507AF}" srcOrd="3" destOrd="0" presId="urn:microsoft.com/office/officeart/2018/2/layout/IconVerticalSolidList"/>
    <dgm:cxn modelId="{874272E3-47B0-4FA0-A5D7-3FCC1C54644A}" type="presParOf" srcId="{9432917D-D490-4C22-AE65-92B73CA793C8}" destId="{C8DA691E-FB82-4ABB-9DB0-FE4C7B98E4B1}" srcOrd="4" destOrd="0" presId="urn:microsoft.com/office/officeart/2018/2/layout/IconVerticalSolidList"/>
    <dgm:cxn modelId="{FD3D5BC9-4652-4DFE-B338-98E6A9088B77}" type="presParOf" srcId="{C8DA691E-FB82-4ABB-9DB0-FE4C7B98E4B1}" destId="{36771FCA-9D35-4EB7-BB0A-230E5C7048AA}" srcOrd="0" destOrd="0" presId="urn:microsoft.com/office/officeart/2018/2/layout/IconVerticalSolidList"/>
    <dgm:cxn modelId="{F8490196-073D-4748-8287-98E6092244F3}" type="presParOf" srcId="{C8DA691E-FB82-4ABB-9DB0-FE4C7B98E4B1}" destId="{F2BF6ABA-0A22-4739-A2D8-4AC3F9AE10C8}" srcOrd="1" destOrd="0" presId="urn:microsoft.com/office/officeart/2018/2/layout/IconVerticalSolidList"/>
    <dgm:cxn modelId="{5151F9F3-25B4-4B2C-85AF-699B9F5F3053}" type="presParOf" srcId="{C8DA691E-FB82-4ABB-9DB0-FE4C7B98E4B1}" destId="{808F4A18-51D8-43B8-BF47-16B4B9133340}" srcOrd="2" destOrd="0" presId="urn:microsoft.com/office/officeart/2018/2/layout/IconVerticalSolidList"/>
    <dgm:cxn modelId="{0874E200-313F-4DF8-B856-6163E9933C26}" type="presParOf" srcId="{C8DA691E-FB82-4ABB-9DB0-FE4C7B98E4B1}" destId="{FC07ECFB-67B1-4B34-BDE1-D04FB840C5E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D531450-A0B8-4564-A48D-BDEF6F0E08CA}" type="doc">
      <dgm:prSet loTypeId="urn:microsoft.com/office/officeart/2005/8/layout/process2" loCatId="process" qsTypeId="urn:microsoft.com/office/officeart/2005/8/quickstyle/simple1" qsCatId="simple" csTypeId="urn:microsoft.com/office/officeart/2005/8/colors/accent2_1" csCatId="accent2" phldr="1"/>
      <dgm:spPr/>
    </dgm:pt>
    <dgm:pt modelId="{495828EB-4574-4ED9-BD4C-F590E0293BF6}">
      <dgm:prSet phldrT="[Text]" phldr="0"/>
      <dgm:spPr/>
      <dgm:t>
        <a:bodyPr/>
        <a:lstStyle/>
        <a:p>
          <a:pPr rtl="0"/>
          <a:r>
            <a:rPr lang="de-DE" dirty="0">
              <a:latin typeface="Calibri Light" panose="020F0302020204030204"/>
            </a:rPr>
            <a:t>90% </a:t>
          </a:r>
          <a:r>
            <a:rPr lang="de-DE" dirty="0" err="1">
              <a:latin typeface="Calibri Light" panose="020F0302020204030204"/>
            </a:rPr>
            <a:t>quantile</a:t>
          </a:r>
          <a:r>
            <a:rPr lang="de-DE" dirty="0">
              <a:latin typeface="Calibri Light" panose="020F0302020204030204"/>
            </a:rPr>
            <a:t>: 24'100</a:t>
          </a:r>
          <a:endParaRPr lang="de-DE" dirty="0"/>
        </a:p>
      </dgm:t>
    </dgm:pt>
    <dgm:pt modelId="{DFC71151-A805-460E-9D9D-192EC2645879}" type="parTrans" cxnId="{798BA776-441E-4164-A74B-4597098BEDB0}">
      <dgm:prSet/>
      <dgm:spPr/>
    </dgm:pt>
    <dgm:pt modelId="{9042AFF5-7B28-4099-939C-BFBEB9BAAA37}" type="sibTrans" cxnId="{798BA776-441E-4164-A74B-4597098BEDB0}">
      <dgm:prSet/>
      <dgm:spPr/>
      <dgm:t>
        <a:bodyPr/>
        <a:lstStyle/>
        <a:p>
          <a:endParaRPr lang="de-DE"/>
        </a:p>
      </dgm:t>
    </dgm:pt>
    <dgm:pt modelId="{CF4C7EBF-E2AE-4A9F-A76F-BCE6A02E9F37}">
      <dgm:prSet phldrT="[Text]" phldr="0"/>
      <dgm:spPr/>
      <dgm:t>
        <a:bodyPr/>
        <a:lstStyle/>
        <a:p>
          <a:pPr rtl="0"/>
          <a:r>
            <a:rPr lang="de-DE" dirty="0">
              <a:latin typeface="Calibri Light" panose="020F0302020204030204"/>
            </a:rPr>
            <a:t>50% </a:t>
          </a:r>
          <a:r>
            <a:rPr lang="de-DE" dirty="0" err="1">
              <a:latin typeface="Calibri Light" panose="020F0302020204030204"/>
            </a:rPr>
            <a:t>quantile</a:t>
          </a:r>
          <a:r>
            <a:rPr lang="de-DE" dirty="0">
              <a:latin typeface="Calibri Light" panose="020F0302020204030204"/>
            </a:rPr>
            <a:t>: 21'000</a:t>
          </a:r>
          <a:endParaRPr lang="de-DE" dirty="0"/>
        </a:p>
      </dgm:t>
    </dgm:pt>
    <dgm:pt modelId="{446CE3D3-42D5-4809-969D-AE8199854ABD}" type="parTrans" cxnId="{B9289E33-D05D-4C09-ABDC-3DD913FB611E}">
      <dgm:prSet/>
      <dgm:spPr/>
    </dgm:pt>
    <dgm:pt modelId="{2C053526-DEC5-428A-8C49-E7D6CE5C170A}" type="sibTrans" cxnId="{B9289E33-D05D-4C09-ABDC-3DD913FB611E}">
      <dgm:prSet/>
      <dgm:spPr/>
      <dgm:t>
        <a:bodyPr/>
        <a:lstStyle/>
        <a:p>
          <a:endParaRPr lang="de-DE"/>
        </a:p>
      </dgm:t>
    </dgm:pt>
    <dgm:pt modelId="{2897035F-DAB5-41BC-AC37-E745F15F19B6}">
      <dgm:prSet phldrT="[Text]" phldr="0"/>
      <dgm:spPr/>
      <dgm:t>
        <a:bodyPr/>
        <a:lstStyle/>
        <a:p>
          <a:pPr rtl="0"/>
          <a:r>
            <a:rPr lang="de-DE" dirty="0">
              <a:latin typeface="Calibri Light" panose="020F0302020204030204"/>
            </a:rPr>
            <a:t>10% </a:t>
          </a:r>
          <a:r>
            <a:rPr lang="de-DE" dirty="0" err="1">
              <a:latin typeface="Calibri Light" panose="020F0302020204030204"/>
            </a:rPr>
            <a:t>quantile</a:t>
          </a:r>
          <a:r>
            <a:rPr lang="de-DE" dirty="0">
              <a:latin typeface="Calibri Light" panose="020F0302020204030204"/>
            </a:rPr>
            <a:t>: 18'000</a:t>
          </a:r>
          <a:endParaRPr lang="de-DE" dirty="0"/>
        </a:p>
      </dgm:t>
    </dgm:pt>
    <dgm:pt modelId="{9FABF596-3CE9-41AC-BC38-0056299A3FA0}" type="parTrans" cxnId="{82554FCA-3A31-4B33-B4CF-4614FD8CB18B}">
      <dgm:prSet/>
      <dgm:spPr/>
    </dgm:pt>
    <dgm:pt modelId="{CAD70BD8-4053-4B5C-A073-5DDDC61CFF1B}" type="sibTrans" cxnId="{82554FCA-3A31-4B33-B4CF-4614FD8CB18B}">
      <dgm:prSet/>
      <dgm:spPr/>
    </dgm:pt>
    <dgm:pt modelId="{5EB3CDBC-6B3D-499A-85F0-F60A43334F40}" type="pres">
      <dgm:prSet presAssocID="{5D531450-A0B8-4564-A48D-BDEF6F0E08CA}" presName="linearFlow" presStyleCnt="0">
        <dgm:presLayoutVars>
          <dgm:resizeHandles val="exact"/>
        </dgm:presLayoutVars>
      </dgm:prSet>
      <dgm:spPr/>
    </dgm:pt>
    <dgm:pt modelId="{6ECA5BD6-845F-4474-BADC-8B8837F1D56E}" type="pres">
      <dgm:prSet presAssocID="{495828EB-4574-4ED9-BD4C-F590E0293BF6}" presName="node" presStyleLbl="node1" presStyleIdx="0" presStyleCnt="3">
        <dgm:presLayoutVars>
          <dgm:bulletEnabled val="1"/>
        </dgm:presLayoutVars>
      </dgm:prSet>
      <dgm:spPr/>
    </dgm:pt>
    <dgm:pt modelId="{3052665D-BBB2-4DFE-BD1B-F5DC5C334ED5}" type="pres">
      <dgm:prSet presAssocID="{9042AFF5-7B28-4099-939C-BFBEB9BAAA37}" presName="sibTrans" presStyleLbl="sibTrans2D1" presStyleIdx="0" presStyleCnt="2"/>
      <dgm:spPr/>
    </dgm:pt>
    <dgm:pt modelId="{ECAD6FE5-63B8-4FEF-9775-884671C003C4}" type="pres">
      <dgm:prSet presAssocID="{9042AFF5-7B28-4099-939C-BFBEB9BAAA37}" presName="connectorText" presStyleLbl="sibTrans2D1" presStyleIdx="0" presStyleCnt="2"/>
      <dgm:spPr/>
    </dgm:pt>
    <dgm:pt modelId="{20D32B16-FBAA-4181-BAE3-957FFBF7C1C3}" type="pres">
      <dgm:prSet presAssocID="{CF4C7EBF-E2AE-4A9F-A76F-BCE6A02E9F37}" presName="node" presStyleLbl="node1" presStyleIdx="1" presStyleCnt="3">
        <dgm:presLayoutVars>
          <dgm:bulletEnabled val="1"/>
        </dgm:presLayoutVars>
      </dgm:prSet>
      <dgm:spPr/>
    </dgm:pt>
    <dgm:pt modelId="{09B85735-8DF3-4FF9-8732-97722D41D7DA}" type="pres">
      <dgm:prSet presAssocID="{2C053526-DEC5-428A-8C49-E7D6CE5C170A}" presName="sibTrans" presStyleLbl="sibTrans2D1" presStyleIdx="1" presStyleCnt="2"/>
      <dgm:spPr/>
    </dgm:pt>
    <dgm:pt modelId="{9F20F1EF-CF01-464F-9934-9FB9C5F35E7B}" type="pres">
      <dgm:prSet presAssocID="{2C053526-DEC5-428A-8C49-E7D6CE5C170A}" presName="connectorText" presStyleLbl="sibTrans2D1" presStyleIdx="1" presStyleCnt="2"/>
      <dgm:spPr/>
    </dgm:pt>
    <dgm:pt modelId="{5C790C71-C8E1-4B2E-9C11-735710AA7748}" type="pres">
      <dgm:prSet presAssocID="{2897035F-DAB5-41BC-AC37-E745F15F19B6}" presName="node" presStyleLbl="node1" presStyleIdx="2" presStyleCnt="3">
        <dgm:presLayoutVars>
          <dgm:bulletEnabled val="1"/>
        </dgm:presLayoutVars>
      </dgm:prSet>
      <dgm:spPr/>
    </dgm:pt>
  </dgm:ptLst>
  <dgm:cxnLst>
    <dgm:cxn modelId="{025C1F02-7B28-4E35-937D-0C076E3DFF04}" type="presOf" srcId="{9042AFF5-7B28-4099-939C-BFBEB9BAAA37}" destId="{ECAD6FE5-63B8-4FEF-9775-884671C003C4}" srcOrd="1" destOrd="0" presId="urn:microsoft.com/office/officeart/2005/8/layout/process2"/>
    <dgm:cxn modelId="{C585D22E-DAF9-42C6-BD9F-3BA232C715AC}" type="presOf" srcId="{9042AFF5-7B28-4099-939C-BFBEB9BAAA37}" destId="{3052665D-BBB2-4DFE-BD1B-F5DC5C334ED5}" srcOrd="0" destOrd="0" presId="urn:microsoft.com/office/officeart/2005/8/layout/process2"/>
    <dgm:cxn modelId="{B9289E33-D05D-4C09-ABDC-3DD913FB611E}" srcId="{5D531450-A0B8-4564-A48D-BDEF6F0E08CA}" destId="{CF4C7EBF-E2AE-4A9F-A76F-BCE6A02E9F37}" srcOrd="1" destOrd="0" parTransId="{446CE3D3-42D5-4809-969D-AE8199854ABD}" sibTransId="{2C053526-DEC5-428A-8C49-E7D6CE5C170A}"/>
    <dgm:cxn modelId="{798BA776-441E-4164-A74B-4597098BEDB0}" srcId="{5D531450-A0B8-4564-A48D-BDEF6F0E08CA}" destId="{495828EB-4574-4ED9-BD4C-F590E0293BF6}" srcOrd="0" destOrd="0" parTransId="{DFC71151-A805-460E-9D9D-192EC2645879}" sibTransId="{9042AFF5-7B28-4099-939C-BFBEB9BAAA37}"/>
    <dgm:cxn modelId="{370AF494-8BED-441F-9E83-9CB869CAEEFD}" type="presOf" srcId="{495828EB-4574-4ED9-BD4C-F590E0293BF6}" destId="{6ECA5BD6-845F-4474-BADC-8B8837F1D56E}" srcOrd="0" destOrd="0" presId="urn:microsoft.com/office/officeart/2005/8/layout/process2"/>
    <dgm:cxn modelId="{EFD59797-5B8D-41B4-9822-47CC816586C0}" type="presOf" srcId="{2C053526-DEC5-428A-8C49-E7D6CE5C170A}" destId="{09B85735-8DF3-4FF9-8732-97722D41D7DA}" srcOrd="0" destOrd="0" presId="urn:microsoft.com/office/officeart/2005/8/layout/process2"/>
    <dgm:cxn modelId="{087F9BAA-8D01-4D2E-95E1-7E1F30A8DC2C}" type="presOf" srcId="{2C053526-DEC5-428A-8C49-E7D6CE5C170A}" destId="{9F20F1EF-CF01-464F-9934-9FB9C5F35E7B}" srcOrd="1" destOrd="0" presId="urn:microsoft.com/office/officeart/2005/8/layout/process2"/>
    <dgm:cxn modelId="{EFF65EC3-ED78-4F0F-AADB-F64BDDA483AA}" type="presOf" srcId="{CF4C7EBF-E2AE-4A9F-A76F-BCE6A02E9F37}" destId="{20D32B16-FBAA-4181-BAE3-957FFBF7C1C3}" srcOrd="0" destOrd="0" presId="urn:microsoft.com/office/officeart/2005/8/layout/process2"/>
    <dgm:cxn modelId="{9259E6C8-215A-4216-9168-4B82A68F171F}" type="presOf" srcId="{2897035F-DAB5-41BC-AC37-E745F15F19B6}" destId="{5C790C71-C8E1-4B2E-9C11-735710AA7748}" srcOrd="0" destOrd="0" presId="urn:microsoft.com/office/officeart/2005/8/layout/process2"/>
    <dgm:cxn modelId="{82554FCA-3A31-4B33-B4CF-4614FD8CB18B}" srcId="{5D531450-A0B8-4564-A48D-BDEF6F0E08CA}" destId="{2897035F-DAB5-41BC-AC37-E745F15F19B6}" srcOrd="2" destOrd="0" parTransId="{9FABF596-3CE9-41AC-BC38-0056299A3FA0}" sibTransId="{CAD70BD8-4053-4B5C-A073-5DDDC61CFF1B}"/>
    <dgm:cxn modelId="{9482A6E5-A62F-41D7-AA19-D5C28C1B26F6}" type="presOf" srcId="{5D531450-A0B8-4564-A48D-BDEF6F0E08CA}" destId="{5EB3CDBC-6B3D-499A-85F0-F60A43334F40}" srcOrd="0" destOrd="0" presId="urn:microsoft.com/office/officeart/2005/8/layout/process2"/>
    <dgm:cxn modelId="{853DE386-188D-45CC-BB34-3DF1FABF2A3C}" type="presParOf" srcId="{5EB3CDBC-6B3D-499A-85F0-F60A43334F40}" destId="{6ECA5BD6-845F-4474-BADC-8B8837F1D56E}" srcOrd="0" destOrd="0" presId="urn:microsoft.com/office/officeart/2005/8/layout/process2"/>
    <dgm:cxn modelId="{BE9A4401-2E02-44A3-8403-B4EAD609F222}" type="presParOf" srcId="{5EB3CDBC-6B3D-499A-85F0-F60A43334F40}" destId="{3052665D-BBB2-4DFE-BD1B-F5DC5C334ED5}" srcOrd="1" destOrd="0" presId="urn:microsoft.com/office/officeart/2005/8/layout/process2"/>
    <dgm:cxn modelId="{73E044F5-6A7F-4605-BA6F-3C3BDA53D51D}" type="presParOf" srcId="{3052665D-BBB2-4DFE-BD1B-F5DC5C334ED5}" destId="{ECAD6FE5-63B8-4FEF-9775-884671C003C4}" srcOrd="0" destOrd="0" presId="urn:microsoft.com/office/officeart/2005/8/layout/process2"/>
    <dgm:cxn modelId="{FD3DD111-D01E-4762-B8D4-E83D12A60ADE}" type="presParOf" srcId="{5EB3CDBC-6B3D-499A-85F0-F60A43334F40}" destId="{20D32B16-FBAA-4181-BAE3-957FFBF7C1C3}" srcOrd="2" destOrd="0" presId="urn:microsoft.com/office/officeart/2005/8/layout/process2"/>
    <dgm:cxn modelId="{0E46122C-8EC2-4326-9EDE-498FF46998AC}" type="presParOf" srcId="{5EB3CDBC-6B3D-499A-85F0-F60A43334F40}" destId="{09B85735-8DF3-4FF9-8732-97722D41D7DA}" srcOrd="3" destOrd="0" presId="urn:microsoft.com/office/officeart/2005/8/layout/process2"/>
    <dgm:cxn modelId="{17AE53B4-85B6-4193-942E-E34E9D766ABC}" type="presParOf" srcId="{09B85735-8DF3-4FF9-8732-97722D41D7DA}" destId="{9F20F1EF-CF01-464F-9934-9FB9C5F35E7B}" srcOrd="0" destOrd="0" presId="urn:microsoft.com/office/officeart/2005/8/layout/process2"/>
    <dgm:cxn modelId="{2BE8038B-73FF-4CBA-B084-C09FC448C7A3}" type="presParOf" srcId="{5EB3CDBC-6B3D-499A-85F0-F60A43334F40}" destId="{5C790C71-C8E1-4B2E-9C11-735710AA7748}"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70303-2F85-4986-A91D-2D1F659BEB5E}">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D76A4A-400D-4B50-90B7-1CA0D92A70DC}">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6B6702-B7CF-493E-9CCF-AAAA97E5C036}">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111250" rtl="0">
            <a:lnSpc>
              <a:spcPct val="90000"/>
            </a:lnSpc>
            <a:spcBef>
              <a:spcPct val="0"/>
            </a:spcBef>
            <a:spcAft>
              <a:spcPct val="35000"/>
            </a:spcAft>
            <a:buNone/>
          </a:pPr>
          <a:r>
            <a:rPr lang="de-DE" sz="2500" kern="1200" dirty="0">
              <a:latin typeface="Calibri Light" panose="020F0302020204030204"/>
            </a:rPr>
            <a:t>In</a:t>
          </a:r>
          <a:r>
            <a:rPr lang="de-DE" sz="2500" kern="1200" dirty="0"/>
            <a:t> </a:t>
          </a:r>
          <a:r>
            <a:rPr lang="de-DE" sz="2500" kern="1200" dirty="0" err="1"/>
            <a:t>Switzerland</a:t>
          </a:r>
          <a:r>
            <a:rPr lang="de-DE" sz="2500" kern="1200" dirty="0">
              <a:latin typeface="Calibri Light" panose="020F0302020204030204"/>
            </a:rPr>
            <a:t>,</a:t>
          </a:r>
          <a:r>
            <a:rPr lang="de-DE" sz="2500" kern="1200" dirty="0"/>
            <a:t> </a:t>
          </a:r>
          <a:r>
            <a:rPr lang="de-DE" sz="2500" kern="1200" dirty="0" err="1">
              <a:latin typeface="Calibri Light" panose="020F0302020204030204"/>
            </a:rPr>
            <a:t>it</a:t>
          </a:r>
          <a:r>
            <a:rPr lang="de-DE" sz="2500" kern="1200" dirty="0"/>
            <a:t> </a:t>
          </a:r>
          <a:r>
            <a:rPr lang="de-DE" sz="2500" kern="1200" dirty="0" err="1">
              <a:latin typeface="Calibri Light" panose="020F0302020204030204"/>
            </a:rPr>
            <a:t>is</a:t>
          </a:r>
          <a:r>
            <a:rPr lang="de-DE" sz="2500" kern="1200" dirty="0">
              <a:latin typeface="Calibri Light" panose="020F0302020204030204"/>
            </a:rPr>
            <a:t> </a:t>
          </a:r>
          <a:r>
            <a:rPr lang="de-DE" sz="2500" kern="1200" dirty="0" err="1"/>
            <a:t>challenging</a:t>
          </a:r>
          <a:r>
            <a:rPr lang="de-DE" sz="2500" kern="1200" dirty="0"/>
            <a:t> </a:t>
          </a:r>
          <a:r>
            <a:rPr lang="de-DE" sz="2500" kern="1200" dirty="0" err="1"/>
            <a:t>to</a:t>
          </a:r>
          <a:r>
            <a:rPr lang="de-DE" sz="2500" kern="1200" dirty="0"/>
            <a:t> </a:t>
          </a:r>
          <a:r>
            <a:rPr lang="de-DE" sz="2500" kern="1200" dirty="0" err="1"/>
            <a:t>estimate</a:t>
          </a:r>
          <a:r>
            <a:rPr lang="de-DE" sz="2500" kern="1200" dirty="0"/>
            <a:t> </a:t>
          </a:r>
          <a:r>
            <a:rPr lang="de-DE" sz="2500" kern="1200" dirty="0" err="1"/>
            <a:t>the</a:t>
          </a:r>
          <a:r>
            <a:rPr lang="de-DE" sz="2500" kern="1200" dirty="0"/>
            <a:t> </a:t>
          </a:r>
          <a:r>
            <a:rPr lang="de-DE" sz="2500" kern="1200" dirty="0" err="1"/>
            <a:t>yearly</a:t>
          </a:r>
          <a:r>
            <a:rPr lang="de-DE" sz="2500" kern="1200" dirty="0"/>
            <a:t> </a:t>
          </a:r>
          <a:r>
            <a:rPr lang="de-DE" sz="2500" kern="1200" dirty="0" err="1"/>
            <a:t>amount</a:t>
          </a:r>
          <a:r>
            <a:rPr lang="de-DE" sz="2500" kern="1200" dirty="0"/>
            <a:t> </a:t>
          </a:r>
          <a:r>
            <a:rPr lang="de-DE" sz="2500" kern="1200" dirty="0" err="1"/>
            <a:t>of</a:t>
          </a:r>
          <a:r>
            <a:rPr lang="de-DE" sz="2500" kern="1200" dirty="0"/>
            <a:t> </a:t>
          </a:r>
          <a:r>
            <a:rPr lang="de-DE" sz="2500" kern="1200" dirty="0" err="1"/>
            <a:t>taxes</a:t>
          </a:r>
          <a:r>
            <a:rPr lang="de-DE" sz="2500" kern="1200" dirty="0"/>
            <a:t>, </a:t>
          </a:r>
          <a:r>
            <a:rPr lang="de-DE" sz="2500" kern="1200" dirty="0" err="1"/>
            <a:t>especially</a:t>
          </a:r>
          <a:r>
            <a:rPr lang="de-DE" sz="2500" kern="1200" dirty="0">
              <a:latin typeface="Calibri Light" panose="020F0302020204030204"/>
            </a:rPr>
            <a:t> </a:t>
          </a:r>
          <a:r>
            <a:rPr lang="de-DE" sz="2500" kern="1200" dirty="0" err="1">
              <a:latin typeface="Calibri Light" panose="020F0302020204030204"/>
            </a:rPr>
            <a:t>as</a:t>
          </a:r>
          <a:r>
            <a:rPr lang="de-DE" sz="2500" kern="1200" dirty="0">
              <a:latin typeface="Calibri Light" panose="020F0302020204030204"/>
            </a:rPr>
            <a:t> a</a:t>
          </a:r>
          <a:r>
            <a:rPr lang="de-DE" sz="2500" kern="1200" dirty="0"/>
            <a:t> </a:t>
          </a:r>
          <a:r>
            <a:rPr lang="de-DE" sz="2500" kern="1200" dirty="0" err="1">
              <a:latin typeface="Calibri Light" panose="020F0302020204030204"/>
            </a:rPr>
            <a:t>first</a:t>
          </a:r>
          <a:r>
            <a:rPr lang="de-DE" sz="2500" kern="1200" dirty="0"/>
            <a:t> </a:t>
          </a:r>
          <a:r>
            <a:rPr lang="de-DE" sz="2500" kern="1200" dirty="0" err="1">
              <a:latin typeface="Calibri Light" panose="020F0302020204030204"/>
            </a:rPr>
            <a:t>year</a:t>
          </a:r>
          <a:r>
            <a:rPr lang="de-DE" sz="2500" kern="1200" dirty="0">
              <a:latin typeface="Calibri Light" panose="020F0302020204030204"/>
            </a:rPr>
            <a:t> </a:t>
          </a:r>
          <a:r>
            <a:rPr lang="de-DE" sz="2500" kern="1200" dirty="0" err="1">
              <a:latin typeface="Calibri Light" panose="020F0302020204030204"/>
            </a:rPr>
            <a:t>enteree</a:t>
          </a:r>
          <a:r>
            <a:rPr lang="de-DE" sz="2500" kern="1200" dirty="0"/>
            <a:t> </a:t>
          </a:r>
          <a:r>
            <a:rPr lang="de-DE" sz="2500" kern="1200" dirty="0">
              <a:latin typeface="Calibri Light" panose="020F0302020204030204"/>
            </a:rPr>
            <a:t>in </a:t>
          </a:r>
          <a:r>
            <a:rPr lang="de-DE" sz="2500" kern="1200" dirty="0" err="1"/>
            <a:t>the</a:t>
          </a:r>
          <a:r>
            <a:rPr lang="de-DE" sz="2500" kern="1200" dirty="0"/>
            <a:t> </a:t>
          </a:r>
          <a:r>
            <a:rPr lang="de-DE" sz="2500" kern="1200" dirty="0" err="1"/>
            <a:t>labor</a:t>
          </a:r>
          <a:r>
            <a:rPr lang="de-DE" sz="2500" kern="1200" dirty="0"/>
            <a:t> </a:t>
          </a:r>
          <a:r>
            <a:rPr lang="de-DE" sz="2500" kern="1200" dirty="0" err="1"/>
            <a:t>market</a:t>
          </a:r>
          <a:r>
            <a:rPr lang="de-DE" sz="2500" kern="1200" dirty="0"/>
            <a:t>. </a:t>
          </a:r>
          <a:endParaRPr lang="en-US" sz="2500" kern="1200" dirty="0"/>
        </a:p>
      </dsp:txBody>
      <dsp:txXfrm>
        <a:off x="1509882" y="708097"/>
        <a:ext cx="9005717" cy="1307257"/>
      </dsp:txXfrm>
    </dsp:sp>
    <dsp:sp modelId="{583F2E38-BD73-4DDB-B76A-6A4718A0C81D}">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483FE-C157-47EB-BC98-A35D3E5C5B44}">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C59A5-9C79-4A8C-A558-078B09A4ABB1}">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111250" rtl="0">
            <a:lnSpc>
              <a:spcPct val="90000"/>
            </a:lnSpc>
            <a:spcBef>
              <a:spcPct val="0"/>
            </a:spcBef>
            <a:spcAft>
              <a:spcPct val="35000"/>
            </a:spcAft>
            <a:buNone/>
          </a:pPr>
          <a:r>
            <a:rPr lang="de-DE" sz="2500" kern="1200" dirty="0" err="1"/>
            <a:t>To</a:t>
          </a:r>
          <a:r>
            <a:rPr lang="de-DE" sz="2500" kern="1200" dirty="0"/>
            <a:t> </a:t>
          </a:r>
          <a:r>
            <a:rPr lang="de-DE" sz="2500" kern="1200" dirty="0" err="1">
              <a:latin typeface="Calibri Light" panose="020F0302020204030204"/>
            </a:rPr>
            <a:t>solve</a:t>
          </a:r>
          <a:r>
            <a:rPr lang="de-DE" sz="2500" kern="1200" dirty="0">
              <a:latin typeface="Calibri Light" panose="020F0302020204030204"/>
            </a:rPr>
            <a:t> </a:t>
          </a:r>
          <a:r>
            <a:rPr lang="de-DE" sz="2500" kern="1200" dirty="0" err="1">
              <a:latin typeface="Calibri Light" panose="020F0302020204030204"/>
            </a:rPr>
            <a:t>this</a:t>
          </a:r>
          <a:r>
            <a:rPr lang="de-DE" sz="2500" kern="1200" dirty="0">
              <a:latin typeface="Calibri Light" panose="020F0302020204030204"/>
            </a:rPr>
            <a:t> </a:t>
          </a:r>
          <a:r>
            <a:rPr lang="de-DE" sz="2500" kern="1200" dirty="0" err="1">
              <a:latin typeface="Calibri Light" panose="020F0302020204030204"/>
            </a:rPr>
            <a:t>problem</a:t>
          </a:r>
          <a:r>
            <a:rPr lang="de-DE" sz="2500" kern="1200" dirty="0"/>
            <a:t>, </a:t>
          </a:r>
          <a:r>
            <a:rPr lang="de-DE" sz="2500" kern="1200" dirty="0" err="1"/>
            <a:t>we</a:t>
          </a:r>
          <a:r>
            <a:rPr lang="de-DE" sz="2500" kern="1200" dirty="0"/>
            <a:t> will </a:t>
          </a:r>
          <a:r>
            <a:rPr lang="de-DE" sz="2500" kern="1200" dirty="0" err="1"/>
            <a:t>develop</a:t>
          </a:r>
          <a:r>
            <a:rPr lang="de-DE" sz="2500" kern="1200" dirty="0"/>
            <a:t> an </a:t>
          </a:r>
          <a:r>
            <a:rPr lang="de-DE" sz="2500" kern="1200" dirty="0" err="1"/>
            <a:t>app</a:t>
          </a:r>
          <a:r>
            <a:rPr lang="de-DE" sz="2500" kern="1200" dirty="0">
              <a:latin typeface="Calibri Light" panose="020F0302020204030204"/>
            </a:rPr>
            <a:t>,</a:t>
          </a:r>
          <a:r>
            <a:rPr lang="de-DE" sz="2500" kern="1200" dirty="0"/>
            <a:t> </a:t>
          </a:r>
          <a:r>
            <a:rPr lang="de-DE" sz="2500" kern="1200" dirty="0" err="1"/>
            <a:t>that</a:t>
          </a:r>
          <a:r>
            <a:rPr lang="de-DE" sz="2500" kern="1200" dirty="0"/>
            <a:t> </a:t>
          </a:r>
          <a:r>
            <a:rPr lang="de-DE" sz="2500" kern="1200" dirty="0" err="1"/>
            <a:t>estimates</a:t>
          </a:r>
          <a:r>
            <a:rPr lang="de-DE" sz="2500" kern="1200" dirty="0"/>
            <a:t> </a:t>
          </a:r>
          <a:r>
            <a:rPr lang="de-DE" sz="2500" kern="1200" dirty="0" err="1"/>
            <a:t>your</a:t>
          </a:r>
          <a:r>
            <a:rPr lang="de-DE" sz="2500" kern="1200" dirty="0"/>
            <a:t> </a:t>
          </a:r>
          <a:r>
            <a:rPr lang="de-DE" sz="2500" kern="1200" dirty="0" err="1">
              <a:latin typeface="Calibri Light" panose="020F0302020204030204"/>
            </a:rPr>
            <a:t>taxes</a:t>
          </a:r>
          <a:r>
            <a:rPr lang="de-DE" sz="2500" kern="1200" dirty="0"/>
            <a:t> </a:t>
          </a:r>
          <a:r>
            <a:rPr lang="de-DE" sz="2500" kern="1200" dirty="0" err="1"/>
            <a:t>based</a:t>
          </a:r>
          <a:r>
            <a:rPr lang="de-DE" sz="2500" kern="1200" dirty="0"/>
            <a:t> on </a:t>
          </a:r>
          <a:r>
            <a:rPr lang="de-DE" sz="2500" kern="1200" dirty="0" err="1"/>
            <a:t>several</a:t>
          </a:r>
          <a:r>
            <a:rPr lang="de-DE" sz="2500" kern="1200" dirty="0"/>
            <a:t> </a:t>
          </a:r>
          <a:r>
            <a:rPr lang="de-DE" sz="2500" kern="1200" dirty="0" err="1"/>
            <a:t>factors</a:t>
          </a:r>
          <a:r>
            <a:rPr lang="de-DE" sz="2500" kern="1200" dirty="0">
              <a:latin typeface="Calibri Light" panose="020F0302020204030204"/>
            </a:rPr>
            <a:t>, in</a:t>
          </a:r>
          <a:r>
            <a:rPr lang="de-DE" sz="2500" kern="1200" dirty="0"/>
            <a:t> </a:t>
          </a:r>
          <a:r>
            <a:rPr lang="de-DE" sz="2500" kern="1200" dirty="0" err="1">
              <a:latin typeface="Calibri Light" panose="020F0302020204030204"/>
            </a:rPr>
            <a:t>accordance</a:t>
          </a:r>
          <a:r>
            <a:rPr lang="de-DE" sz="2500" kern="1200" dirty="0"/>
            <a:t> </a:t>
          </a:r>
          <a:r>
            <a:rPr lang="de-DE" sz="2500" kern="1200" dirty="0" err="1"/>
            <a:t>to</a:t>
          </a:r>
          <a:r>
            <a:rPr lang="de-DE" sz="2500" kern="1200" dirty="0"/>
            <a:t> Swiss </a:t>
          </a:r>
          <a:r>
            <a:rPr lang="de-DE" sz="2500" kern="1200" dirty="0" err="1"/>
            <a:t>tax</a:t>
          </a:r>
          <a:r>
            <a:rPr lang="de-DE" sz="2500" kern="1200" dirty="0"/>
            <a:t> </a:t>
          </a:r>
          <a:r>
            <a:rPr lang="de-DE" sz="2500" kern="1200" dirty="0" err="1"/>
            <a:t>law</a:t>
          </a:r>
          <a:r>
            <a:rPr lang="de-DE" sz="2500" kern="1200" dirty="0"/>
            <a:t>.</a:t>
          </a:r>
          <a:endParaRPr lang="en-US" sz="2500" kern="1200" dirty="0"/>
        </a:p>
      </dsp:txBody>
      <dsp:txXfrm>
        <a:off x="1509882" y="2342169"/>
        <a:ext cx="90057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70303-2F85-4986-A91D-2D1F659BEB5E}">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D76A4A-400D-4B50-90B7-1CA0D92A70DC}">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6B6702-B7CF-493E-9CCF-AAAA97E5C036}">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111250" rtl="0">
            <a:lnSpc>
              <a:spcPct val="90000"/>
            </a:lnSpc>
            <a:spcBef>
              <a:spcPct val="0"/>
            </a:spcBef>
            <a:spcAft>
              <a:spcPct val="35000"/>
            </a:spcAft>
            <a:buNone/>
          </a:pPr>
          <a:r>
            <a:rPr lang="de-DE" sz="2500" kern="1200" dirty="0">
              <a:latin typeface="Calibri"/>
              <a:ea typeface="Calibri"/>
              <a:cs typeface="Calibri"/>
            </a:rPr>
            <a:t>Solution: an </a:t>
          </a:r>
          <a:r>
            <a:rPr lang="de-DE" sz="2500" kern="1200" dirty="0" err="1">
              <a:latin typeface="Calibri"/>
              <a:ea typeface="Calibri"/>
              <a:cs typeface="Calibri"/>
            </a:rPr>
            <a:t>extended</a:t>
          </a:r>
          <a:r>
            <a:rPr lang="de-DE" sz="2500" kern="1200" dirty="0">
              <a:latin typeface="Calibri"/>
              <a:ea typeface="Calibri"/>
              <a:cs typeface="Calibri"/>
            </a:rPr>
            <a:t> </a:t>
          </a:r>
          <a:r>
            <a:rPr lang="de-DE" sz="2500" kern="1200" dirty="0" err="1">
              <a:latin typeface="Calibri"/>
              <a:ea typeface="Calibri"/>
              <a:cs typeface="Calibri"/>
            </a:rPr>
            <a:t>tax</a:t>
          </a:r>
          <a:r>
            <a:rPr lang="de-DE" sz="2500" kern="1200" dirty="0">
              <a:latin typeface="Calibri"/>
              <a:ea typeface="Calibri"/>
              <a:cs typeface="Calibri"/>
            </a:rPr>
            <a:t> </a:t>
          </a:r>
          <a:r>
            <a:rPr lang="de-DE" sz="2500" kern="1200" dirty="0" err="1">
              <a:latin typeface="Calibri"/>
              <a:ea typeface="Calibri"/>
              <a:cs typeface="Calibri"/>
            </a:rPr>
            <a:t>calculator</a:t>
          </a:r>
          <a:r>
            <a:rPr lang="de-DE" sz="2500" kern="1200" dirty="0">
              <a:latin typeface="Calibri"/>
              <a:ea typeface="Calibri"/>
              <a:cs typeface="Calibri"/>
            </a:rPr>
            <a:t> </a:t>
          </a:r>
          <a:r>
            <a:rPr lang="de-DE" sz="2500" kern="1200" dirty="0" err="1">
              <a:latin typeface="Calibri"/>
              <a:ea typeface="Calibri"/>
              <a:cs typeface="Calibri"/>
            </a:rPr>
            <a:t>that</a:t>
          </a:r>
          <a:r>
            <a:rPr lang="de-DE" sz="2500" kern="1200" dirty="0">
              <a:latin typeface="Calibri"/>
              <a:ea typeface="Calibri"/>
              <a:cs typeface="Calibri"/>
            </a:rPr>
            <a:t> will </a:t>
          </a:r>
          <a:r>
            <a:rPr lang="de-DE" sz="2500" kern="1200" dirty="0" err="1">
              <a:latin typeface="Calibri"/>
              <a:ea typeface="Calibri"/>
              <a:cs typeface="Calibri"/>
            </a:rPr>
            <a:t>assist</a:t>
          </a:r>
          <a:r>
            <a:rPr lang="de-DE" sz="2500" kern="1200" dirty="0">
              <a:latin typeface="Calibri"/>
              <a:ea typeface="Calibri"/>
              <a:cs typeface="Calibri"/>
            </a:rPr>
            <a:t> an </a:t>
          </a:r>
          <a:r>
            <a:rPr lang="de-DE" sz="2500" kern="1200" dirty="0" err="1">
              <a:latin typeface="Calibri"/>
              <a:ea typeface="Calibri"/>
              <a:cs typeface="Calibri"/>
            </a:rPr>
            <a:t>average</a:t>
          </a:r>
          <a:r>
            <a:rPr lang="de-DE" sz="2500" kern="1200" dirty="0">
              <a:latin typeface="Calibri"/>
              <a:ea typeface="Calibri"/>
              <a:cs typeface="Calibri"/>
            </a:rPr>
            <a:t> Swiss citizen in estimating his/her yearly taxes. </a:t>
          </a:r>
          <a:endParaRPr lang="en-US" sz="2500" kern="1200" dirty="0">
            <a:latin typeface="Calibri"/>
            <a:ea typeface="Calibri"/>
            <a:cs typeface="Calibri"/>
          </a:endParaRPr>
        </a:p>
      </dsp:txBody>
      <dsp:txXfrm>
        <a:off x="1509882" y="708097"/>
        <a:ext cx="9005717" cy="1307257"/>
      </dsp:txXfrm>
    </dsp:sp>
    <dsp:sp modelId="{583F2E38-BD73-4DDB-B76A-6A4718A0C81D}">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483FE-C157-47EB-BC98-A35D3E5C5B44}">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C59A5-9C79-4A8C-A558-078B09A4ABB1}">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111250">
            <a:lnSpc>
              <a:spcPct val="90000"/>
            </a:lnSpc>
            <a:spcBef>
              <a:spcPct val="0"/>
            </a:spcBef>
            <a:spcAft>
              <a:spcPct val="35000"/>
            </a:spcAft>
            <a:buNone/>
          </a:pPr>
          <a:r>
            <a:rPr lang="de-DE" sz="2500" kern="1200" dirty="0" err="1">
              <a:latin typeface="Calibri"/>
              <a:ea typeface="Calibri"/>
              <a:cs typeface="Calibri"/>
            </a:rPr>
            <a:t>It</a:t>
          </a:r>
          <a:r>
            <a:rPr lang="de-DE" sz="2500" kern="1200" dirty="0">
              <a:latin typeface="Calibri"/>
              <a:ea typeface="Calibri"/>
              <a:cs typeface="Calibri"/>
            </a:rPr>
            <a:t> will </a:t>
          </a:r>
          <a:r>
            <a:rPr lang="de-DE" sz="2500" kern="1200" dirty="0" err="1">
              <a:latin typeface="Calibri"/>
              <a:ea typeface="Calibri"/>
              <a:cs typeface="Calibri"/>
            </a:rPr>
            <a:t>include</a:t>
          </a:r>
          <a:r>
            <a:rPr lang="de-DE" sz="2500" kern="1200" dirty="0">
              <a:latin typeface="Calibri"/>
              <a:ea typeface="Calibri"/>
              <a:cs typeface="Calibri"/>
            </a:rPr>
            <a:t> </a:t>
          </a:r>
          <a:r>
            <a:rPr lang="de-DE" sz="2500" kern="1200" dirty="0" err="1">
              <a:latin typeface="Calibri"/>
              <a:ea typeface="Calibri"/>
              <a:cs typeface="Calibri"/>
            </a:rPr>
            <a:t>several</a:t>
          </a:r>
          <a:r>
            <a:rPr lang="de-DE" sz="2500" kern="1200" dirty="0">
              <a:latin typeface="Calibri"/>
              <a:ea typeface="Calibri"/>
              <a:cs typeface="Calibri"/>
            </a:rPr>
            <a:t> </a:t>
          </a:r>
          <a:r>
            <a:rPr lang="de-DE" sz="2500" kern="1200" dirty="0" err="1">
              <a:latin typeface="Calibri"/>
              <a:ea typeface="Calibri"/>
              <a:cs typeface="Calibri"/>
            </a:rPr>
            <a:t>deductions</a:t>
          </a:r>
          <a:r>
            <a:rPr lang="de-DE" sz="2500" kern="1200" dirty="0">
              <a:latin typeface="Calibri"/>
              <a:ea typeface="Calibri"/>
              <a:cs typeface="Calibri"/>
            </a:rPr>
            <a:t>, </a:t>
          </a:r>
          <a:r>
            <a:rPr lang="de-DE" sz="2500" kern="1200" dirty="0" err="1">
              <a:latin typeface="Calibri"/>
              <a:ea typeface="Calibri"/>
              <a:cs typeface="Calibri"/>
            </a:rPr>
            <a:t>income</a:t>
          </a:r>
          <a:r>
            <a:rPr lang="de-DE" sz="2500" kern="1200" dirty="0">
              <a:latin typeface="Calibri"/>
              <a:ea typeface="Calibri"/>
              <a:cs typeface="Calibri"/>
            </a:rPr>
            <a:t> </a:t>
          </a:r>
          <a:r>
            <a:rPr lang="de-DE" sz="2500" kern="1200" dirty="0" err="1">
              <a:latin typeface="Calibri"/>
              <a:ea typeface="Calibri"/>
              <a:cs typeface="Calibri"/>
            </a:rPr>
            <a:t>tax</a:t>
          </a:r>
          <a:r>
            <a:rPr lang="de-DE" sz="2500" kern="1200" dirty="0">
              <a:latin typeface="Calibri"/>
              <a:ea typeface="Calibri"/>
              <a:cs typeface="Calibri"/>
            </a:rPr>
            <a:t>, </a:t>
          </a:r>
          <a:r>
            <a:rPr lang="de-DE" sz="2500" kern="1200" dirty="0" err="1">
              <a:latin typeface="Calibri"/>
              <a:ea typeface="Calibri"/>
              <a:cs typeface="Calibri"/>
            </a:rPr>
            <a:t>simplified</a:t>
          </a:r>
          <a:r>
            <a:rPr lang="de-DE" sz="2500" kern="1200" dirty="0">
              <a:latin typeface="Calibri"/>
              <a:ea typeface="Calibri"/>
              <a:cs typeface="Calibri"/>
            </a:rPr>
            <a:t> </a:t>
          </a:r>
          <a:r>
            <a:rPr lang="de-DE" sz="2500" kern="1200" dirty="0" err="1">
              <a:latin typeface="Calibri"/>
              <a:ea typeface="Calibri"/>
              <a:cs typeface="Calibri"/>
            </a:rPr>
            <a:t>wealth</a:t>
          </a:r>
          <a:r>
            <a:rPr lang="de-DE" sz="2500" kern="1200" dirty="0">
              <a:latin typeface="Calibri"/>
              <a:ea typeface="Calibri"/>
              <a:cs typeface="Calibri"/>
            </a:rPr>
            <a:t> </a:t>
          </a:r>
          <a:r>
            <a:rPr lang="de-DE" sz="2500" kern="1200" dirty="0" err="1">
              <a:latin typeface="Calibri"/>
              <a:ea typeface="Calibri"/>
              <a:cs typeface="Calibri"/>
            </a:rPr>
            <a:t>tax</a:t>
          </a:r>
          <a:r>
            <a:rPr lang="de-DE" sz="2500" kern="1200" dirty="0">
              <a:latin typeface="Calibri"/>
              <a:ea typeface="Calibri"/>
              <a:cs typeface="Calibri"/>
            </a:rPr>
            <a:t>, </a:t>
          </a:r>
          <a:r>
            <a:rPr lang="de-DE" sz="2500" kern="1200" dirty="0" err="1">
              <a:latin typeface="Calibri"/>
              <a:ea typeface="Calibri"/>
              <a:cs typeface="Calibri"/>
            </a:rPr>
            <a:t>married</a:t>
          </a:r>
          <a:r>
            <a:rPr lang="de-DE" sz="2500" kern="1200" dirty="0">
              <a:latin typeface="Calibri"/>
              <a:ea typeface="Calibri"/>
              <a:cs typeface="Calibri"/>
            </a:rPr>
            <a:t>/</a:t>
          </a:r>
          <a:r>
            <a:rPr lang="de-DE" sz="2500" kern="1200" dirty="0" err="1">
              <a:latin typeface="Calibri"/>
              <a:ea typeface="Calibri"/>
              <a:cs typeface="Calibri"/>
            </a:rPr>
            <a:t>single</a:t>
          </a:r>
          <a:r>
            <a:rPr lang="de-DE" sz="2500" kern="1200" dirty="0">
              <a:latin typeface="Calibri"/>
              <a:ea typeface="Calibri"/>
              <a:cs typeface="Calibri"/>
            </a:rPr>
            <a:t> </a:t>
          </a:r>
          <a:r>
            <a:rPr lang="de-DE" sz="2500" kern="1200" dirty="0" err="1">
              <a:latin typeface="Calibri"/>
              <a:ea typeface="Calibri"/>
              <a:cs typeface="Calibri"/>
            </a:rPr>
            <a:t>status</a:t>
          </a:r>
          <a:r>
            <a:rPr lang="de-DE" sz="2500" kern="1200" dirty="0">
              <a:latin typeface="Calibri"/>
              <a:ea typeface="Calibri"/>
              <a:cs typeface="Calibri"/>
            </a:rPr>
            <a:t>, </a:t>
          </a:r>
          <a:r>
            <a:rPr lang="de-DE" sz="2500" kern="1200" dirty="0" err="1">
              <a:latin typeface="Calibri"/>
              <a:ea typeface="Calibri"/>
              <a:cs typeface="Calibri"/>
            </a:rPr>
            <a:t>canton</a:t>
          </a:r>
          <a:r>
            <a:rPr lang="de-DE" sz="2500" kern="1200" dirty="0">
              <a:latin typeface="Calibri"/>
              <a:ea typeface="Calibri"/>
              <a:cs typeface="Calibri"/>
            </a:rPr>
            <a:t> </a:t>
          </a:r>
          <a:r>
            <a:rPr lang="de-DE" sz="2500" kern="1200" dirty="0" err="1">
              <a:latin typeface="Calibri"/>
              <a:ea typeface="Calibri"/>
              <a:cs typeface="Calibri"/>
            </a:rPr>
            <a:t>of</a:t>
          </a:r>
          <a:r>
            <a:rPr lang="de-DE" sz="2500" kern="1200" dirty="0">
              <a:latin typeface="Calibri"/>
              <a:ea typeface="Calibri"/>
              <a:cs typeface="Calibri"/>
            </a:rPr>
            <a:t> </a:t>
          </a:r>
          <a:r>
            <a:rPr lang="de-DE" sz="2500" kern="1200" dirty="0" err="1">
              <a:latin typeface="Calibri"/>
              <a:ea typeface="Calibri"/>
              <a:cs typeface="Calibri"/>
            </a:rPr>
            <a:t>residence</a:t>
          </a:r>
          <a:r>
            <a:rPr lang="de-DE" sz="2500" kern="1200" dirty="0">
              <a:latin typeface="Calibri"/>
              <a:ea typeface="Calibri"/>
              <a:cs typeface="Calibri"/>
            </a:rPr>
            <a:t>.</a:t>
          </a:r>
          <a:endParaRPr lang="en-US" sz="2500" kern="1200" dirty="0">
            <a:latin typeface="Calibri"/>
            <a:ea typeface="Calibri"/>
            <a:cs typeface="Calibri"/>
          </a:endParaRPr>
        </a:p>
      </dsp:txBody>
      <dsp:txXfrm>
        <a:off x="1509882" y="2342169"/>
        <a:ext cx="9005717" cy="13072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EA408-3F86-461D-876F-35A88603788B}">
      <dsp:nvSpPr>
        <dsp:cNvPr id="0" name=""/>
        <dsp:cNvSpPr/>
      </dsp:nvSpPr>
      <dsp:spPr>
        <a:xfrm>
          <a:off x="2830" y="2097319"/>
          <a:ext cx="1237575" cy="7425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de-DE" sz="1800" kern="1200" dirty="0">
              <a:latin typeface="Calibri Light" panose="020F0302020204030204"/>
            </a:rPr>
            <a:t>Gross Income</a:t>
          </a:r>
          <a:endParaRPr lang="de-DE" sz="1800" kern="1200" dirty="0"/>
        </a:p>
      </dsp:txBody>
      <dsp:txXfrm>
        <a:off x="24578" y="2119067"/>
        <a:ext cx="1194079" cy="699049"/>
      </dsp:txXfrm>
    </dsp:sp>
    <dsp:sp modelId="{C4501160-5D3B-48A7-90B4-DAC8180931D8}">
      <dsp:nvSpPr>
        <dsp:cNvPr id="0" name=""/>
        <dsp:cNvSpPr/>
      </dsp:nvSpPr>
      <dsp:spPr>
        <a:xfrm>
          <a:off x="1364164" y="2315133"/>
          <a:ext cx="262366" cy="3069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de-DE" sz="1300" kern="1200"/>
        </a:p>
      </dsp:txBody>
      <dsp:txXfrm>
        <a:off x="1364164" y="2376517"/>
        <a:ext cx="183656" cy="184150"/>
      </dsp:txXfrm>
    </dsp:sp>
    <dsp:sp modelId="{7612307C-E531-4053-A189-059A6D663FE9}">
      <dsp:nvSpPr>
        <dsp:cNvPr id="0" name=""/>
        <dsp:cNvSpPr/>
      </dsp:nvSpPr>
      <dsp:spPr>
        <a:xfrm>
          <a:off x="1735436" y="2097319"/>
          <a:ext cx="1237575" cy="7425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de-DE" sz="1800" kern="1200" dirty="0" err="1">
              <a:latin typeface="Calibri Light" panose="020F0302020204030204"/>
            </a:rPr>
            <a:t>Social</a:t>
          </a:r>
          <a:r>
            <a:rPr lang="de-DE" sz="1800" kern="1200" dirty="0">
              <a:latin typeface="Calibri Light" panose="020F0302020204030204"/>
            </a:rPr>
            <a:t> </a:t>
          </a:r>
          <a:r>
            <a:rPr lang="de-DE" sz="1800" kern="1200" dirty="0" err="1">
              <a:latin typeface="Calibri Light" panose="020F0302020204030204"/>
            </a:rPr>
            <a:t>deductions</a:t>
          </a:r>
          <a:endParaRPr lang="de-DE" sz="1800" kern="1200" dirty="0" err="1"/>
        </a:p>
      </dsp:txBody>
      <dsp:txXfrm>
        <a:off x="1757184" y="2119067"/>
        <a:ext cx="1194079" cy="699049"/>
      </dsp:txXfrm>
    </dsp:sp>
    <dsp:sp modelId="{E5EB7B16-9C91-4A6B-8C0D-60F2BBE3DAD3}">
      <dsp:nvSpPr>
        <dsp:cNvPr id="0" name=""/>
        <dsp:cNvSpPr/>
      </dsp:nvSpPr>
      <dsp:spPr>
        <a:xfrm>
          <a:off x="3096770" y="2315133"/>
          <a:ext cx="262366" cy="3069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de-DE" sz="1300" kern="1200"/>
        </a:p>
      </dsp:txBody>
      <dsp:txXfrm>
        <a:off x="3096770" y="2376517"/>
        <a:ext cx="183656" cy="184150"/>
      </dsp:txXfrm>
    </dsp:sp>
    <dsp:sp modelId="{A632BAAD-5D61-4C08-8C9D-FD8C26AF8839}">
      <dsp:nvSpPr>
        <dsp:cNvPr id="0" name=""/>
        <dsp:cNvSpPr/>
      </dsp:nvSpPr>
      <dsp:spPr>
        <a:xfrm>
          <a:off x="3468043" y="2097319"/>
          <a:ext cx="1237575" cy="7425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de-DE" sz="1800" kern="1200" dirty="0">
              <a:latin typeface="Calibri Light" panose="020F0302020204030204"/>
            </a:rPr>
            <a:t>Optional </a:t>
          </a:r>
          <a:r>
            <a:rPr lang="de-DE" sz="1800" kern="1200" dirty="0" err="1">
              <a:latin typeface="Calibri Light" panose="020F0302020204030204"/>
            </a:rPr>
            <a:t>deductions</a:t>
          </a:r>
          <a:endParaRPr lang="de-DE" sz="1800" kern="1200" dirty="0" err="1"/>
        </a:p>
      </dsp:txBody>
      <dsp:txXfrm>
        <a:off x="3489791" y="2119067"/>
        <a:ext cx="1194079" cy="699049"/>
      </dsp:txXfrm>
    </dsp:sp>
    <dsp:sp modelId="{62E88FB9-C01A-4A97-BE98-C5320E10C685}">
      <dsp:nvSpPr>
        <dsp:cNvPr id="0" name=""/>
        <dsp:cNvSpPr/>
      </dsp:nvSpPr>
      <dsp:spPr>
        <a:xfrm>
          <a:off x="4829376" y="2315133"/>
          <a:ext cx="262366" cy="30691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de-DE" sz="1300" kern="1200"/>
        </a:p>
      </dsp:txBody>
      <dsp:txXfrm>
        <a:off x="4829376" y="2376517"/>
        <a:ext cx="183656" cy="184150"/>
      </dsp:txXfrm>
    </dsp:sp>
    <dsp:sp modelId="{2645BF0B-72BD-4E7D-A049-290E1CAC4A96}">
      <dsp:nvSpPr>
        <dsp:cNvPr id="0" name=""/>
        <dsp:cNvSpPr/>
      </dsp:nvSpPr>
      <dsp:spPr>
        <a:xfrm>
          <a:off x="5200649" y="2097319"/>
          <a:ext cx="1237575" cy="7425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de-DE" sz="1800" kern="1200" dirty="0">
              <a:latin typeface="Calibri Light" panose="020F0302020204030204"/>
            </a:rPr>
            <a:t>Netto Salary</a:t>
          </a:r>
        </a:p>
      </dsp:txBody>
      <dsp:txXfrm>
        <a:off x="5222397" y="2119067"/>
        <a:ext cx="1194079" cy="6990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EA408-3F86-461D-876F-35A88603788B}">
      <dsp:nvSpPr>
        <dsp:cNvPr id="0" name=""/>
        <dsp:cNvSpPr/>
      </dsp:nvSpPr>
      <dsp:spPr>
        <a:xfrm>
          <a:off x="4169" y="1347060"/>
          <a:ext cx="1246365" cy="7478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de-DE" sz="1900" kern="1200" dirty="0">
              <a:latin typeface="Calibri Light" panose="020F0302020204030204"/>
            </a:rPr>
            <a:t>Marital Status</a:t>
          </a:r>
          <a:endParaRPr lang="de-DE" sz="1900" kern="1200" dirty="0"/>
        </a:p>
      </dsp:txBody>
      <dsp:txXfrm>
        <a:off x="26072" y="1368963"/>
        <a:ext cx="1202559" cy="704013"/>
      </dsp:txXfrm>
    </dsp:sp>
    <dsp:sp modelId="{C4501160-5D3B-48A7-90B4-DAC8180931D8}">
      <dsp:nvSpPr>
        <dsp:cNvPr id="0" name=""/>
        <dsp:cNvSpPr/>
      </dsp:nvSpPr>
      <dsp:spPr>
        <a:xfrm>
          <a:off x="1375171" y="1566420"/>
          <a:ext cx="264229" cy="309098"/>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de-DE" sz="1300" kern="1200"/>
        </a:p>
      </dsp:txBody>
      <dsp:txXfrm>
        <a:off x="1375171" y="1628240"/>
        <a:ext cx="184960" cy="185458"/>
      </dsp:txXfrm>
    </dsp:sp>
    <dsp:sp modelId="{7612307C-E531-4053-A189-059A6D663FE9}">
      <dsp:nvSpPr>
        <dsp:cNvPr id="0" name=""/>
        <dsp:cNvSpPr/>
      </dsp:nvSpPr>
      <dsp:spPr>
        <a:xfrm>
          <a:off x="1749081" y="1347060"/>
          <a:ext cx="1246365" cy="7478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de-DE" sz="1900" kern="1200" dirty="0">
              <a:latin typeface="Calibri Light" panose="020F0302020204030204"/>
            </a:rPr>
            <a:t>Income Tax</a:t>
          </a:r>
          <a:endParaRPr lang="de-DE" sz="1900" kern="1200" dirty="0"/>
        </a:p>
      </dsp:txBody>
      <dsp:txXfrm>
        <a:off x="1770984" y="1368963"/>
        <a:ext cx="1202559" cy="704013"/>
      </dsp:txXfrm>
    </dsp:sp>
    <dsp:sp modelId="{E5EB7B16-9C91-4A6B-8C0D-60F2BBE3DAD3}">
      <dsp:nvSpPr>
        <dsp:cNvPr id="0" name=""/>
        <dsp:cNvSpPr/>
      </dsp:nvSpPr>
      <dsp:spPr>
        <a:xfrm>
          <a:off x="3120083" y="1566420"/>
          <a:ext cx="264229" cy="309098"/>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de-DE" sz="1300" kern="1200"/>
        </a:p>
      </dsp:txBody>
      <dsp:txXfrm>
        <a:off x="3120083" y="1628240"/>
        <a:ext cx="184960" cy="185458"/>
      </dsp:txXfrm>
    </dsp:sp>
    <dsp:sp modelId="{A632BAAD-5D61-4C08-8C9D-FD8C26AF8839}">
      <dsp:nvSpPr>
        <dsp:cNvPr id="0" name=""/>
        <dsp:cNvSpPr/>
      </dsp:nvSpPr>
      <dsp:spPr>
        <a:xfrm>
          <a:off x="3493992" y="1347060"/>
          <a:ext cx="1246365" cy="7478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de-DE" sz="1900" kern="1200" dirty="0">
              <a:latin typeface="Calibri Light" panose="020F0302020204030204"/>
            </a:rPr>
            <a:t>Wealth Tax</a:t>
          </a:r>
          <a:endParaRPr lang="de-DE" sz="1900" kern="1200" dirty="0"/>
        </a:p>
      </dsp:txBody>
      <dsp:txXfrm>
        <a:off x="3515895" y="1368963"/>
        <a:ext cx="1202559" cy="7040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75A076-13A6-4CE9-B126-5AC1B782EA22}">
      <dsp:nvSpPr>
        <dsp:cNvPr id="0" name=""/>
        <dsp:cNvSpPr/>
      </dsp:nvSpPr>
      <dsp:spPr>
        <a:xfrm>
          <a:off x="186" y="91993"/>
          <a:ext cx="725537" cy="4353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latin typeface="Calibri Light" panose="020F0302020204030204"/>
            </a:rPr>
            <a:t>AHV</a:t>
          </a:r>
          <a:endParaRPr lang="de-DE" sz="1300" kern="1200" dirty="0"/>
        </a:p>
      </dsp:txBody>
      <dsp:txXfrm>
        <a:off x="186" y="91993"/>
        <a:ext cx="725537" cy="435322"/>
      </dsp:txXfrm>
    </dsp:sp>
    <dsp:sp modelId="{9AF0FBC8-D81B-47DC-AB19-C1E1DA5B6E5E}">
      <dsp:nvSpPr>
        <dsp:cNvPr id="0" name=""/>
        <dsp:cNvSpPr/>
      </dsp:nvSpPr>
      <dsp:spPr>
        <a:xfrm>
          <a:off x="798276" y="91993"/>
          <a:ext cx="725537" cy="4353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latin typeface="Calibri Light" panose="020F0302020204030204"/>
            </a:rPr>
            <a:t>ALV</a:t>
          </a:r>
          <a:endParaRPr lang="de-DE" sz="1300" kern="1200" dirty="0"/>
        </a:p>
      </dsp:txBody>
      <dsp:txXfrm>
        <a:off x="798276" y="91993"/>
        <a:ext cx="725537" cy="435322"/>
      </dsp:txXfrm>
    </dsp:sp>
    <dsp:sp modelId="{A7B2CFE8-7C12-4D9A-86C4-A6745B4754E1}">
      <dsp:nvSpPr>
        <dsp:cNvPr id="0" name=""/>
        <dsp:cNvSpPr/>
      </dsp:nvSpPr>
      <dsp:spPr>
        <a:xfrm>
          <a:off x="186" y="599869"/>
          <a:ext cx="725537" cy="4353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latin typeface="Calibri Light" panose="020F0302020204030204"/>
            </a:rPr>
            <a:t>NBU</a:t>
          </a:r>
          <a:endParaRPr lang="de-DE" sz="1300" kern="1200" dirty="0"/>
        </a:p>
      </dsp:txBody>
      <dsp:txXfrm>
        <a:off x="186" y="599869"/>
        <a:ext cx="725537" cy="435322"/>
      </dsp:txXfrm>
    </dsp:sp>
    <dsp:sp modelId="{9A4296A7-A0C1-4724-997C-37A1310DBB93}">
      <dsp:nvSpPr>
        <dsp:cNvPr id="0" name=""/>
        <dsp:cNvSpPr/>
      </dsp:nvSpPr>
      <dsp:spPr>
        <a:xfrm>
          <a:off x="798276" y="599869"/>
          <a:ext cx="725537" cy="4353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kern="1200" dirty="0">
              <a:latin typeface="Calibri Light" panose="020F0302020204030204"/>
            </a:rPr>
            <a:t>BVG/LPP</a:t>
          </a:r>
          <a:endParaRPr lang="de-DE" sz="1300" kern="1200" dirty="0"/>
        </a:p>
      </dsp:txBody>
      <dsp:txXfrm>
        <a:off x="798276" y="599869"/>
        <a:ext cx="725537" cy="4353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de-DE" sz="1000" kern="1200" dirty="0"/>
            <a:t>User </a:t>
          </a:r>
          <a:r>
            <a:rPr lang="de-DE" sz="1000" kern="1200" dirty="0" err="1"/>
            <a:t>can</a:t>
          </a:r>
          <a:r>
            <a:rPr lang="de-DE" sz="1000" kern="1200" dirty="0"/>
            <a:t> </a:t>
          </a:r>
          <a:r>
            <a:rPr lang="de-DE" sz="1000" kern="1200" dirty="0" err="1"/>
            <a:t>manually</a:t>
          </a:r>
          <a:r>
            <a:rPr lang="de-DE" sz="1000" kern="1200" dirty="0"/>
            <a:t> </a:t>
          </a:r>
          <a:r>
            <a:rPr lang="de-DE" sz="1000" kern="1200" dirty="0" err="1"/>
            <a:t>choose</a:t>
          </a:r>
          <a:r>
            <a:rPr lang="de-DE" sz="1000" kern="1200" dirty="0"/>
            <a:t> a </a:t>
          </a:r>
          <a:r>
            <a:rPr lang="de-DE" sz="1000" kern="1200" dirty="0" err="1"/>
            <a:t>category</a:t>
          </a:r>
          <a:r>
            <a:rPr lang="de-DE" sz="1000" kern="1200" dirty="0"/>
            <a:t> and </a:t>
          </a:r>
          <a:r>
            <a:rPr lang="de-DE" sz="1000" kern="1200" dirty="0" err="1"/>
            <a:t>enter</a:t>
          </a:r>
          <a:r>
            <a:rPr lang="de-DE" sz="1000" kern="1200" dirty="0"/>
            <a:t> </a:t>
          </a:r>
          <a:r>
            <a:rPr lang="de-DE" sz="1000" kern="1200" dirty="0" err="1"/>
            <a:t>the</a:t>
          </a:r>
          <a:r>
            <a:rPr lang="de-DE" sz="1000" kern="1200" dirty="0"/>
            <a:t> </a:t>
          </a:r>
          <a:r>
            <a:rPr lang="de-DE" sz="1000" kern="1200" dirty="0" err="1"/>
            <a:t>deduction</a:t>
          </a:r>
          <a:endParaRPr lang="de-DE" sz="1000" kern="1200" dirty="0"/>
        </a:p>
      </dsp:txBody>
      <dsp:txXfrm>
        <a:off x="693109" y="187419"/>
        <a:ext cx="899779" cy="8997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de-DE" sz="1000" kern="1200" dirty="0" err="1">
              <a:latin typeface="Calibri Light" panose="020F0302020204030204"/>
            </a:rPr>
            <a:t>Divides</a:t>
          </a:r>
          <a:r>
            <a:rPr lang="de-DE" sz="1000" kern="1200" dirty="0"/>
            <a:t> </a:t>
          </a:r>
          <a:r>
            <a:rPr lang="de-DE" sz="1000" kern="1200" dirty="0" err="1"/>
            <a:t>the</a:t>
          </a:r>
          <a:r>
            <a:rPr lang="de-DE" sz="1000" kern="1200" dirty="0"/>
            <a:t> </a:t>
          </a:r>
          <a:r>
            <a:rPr lang="de-DE" sz="1000" kern="1200" dirty="0" err="1"/>
            <a:t>users</a:t>
          </a:r>
          <a:r>
            <a:rPr lang="de-DE" sz="1000" kern="1200" dirty="0"/>
            <a:t> </a:t>
          </a:r>
          <a:r>
            <a:rPr lang="de-DE" sz="1000" kern="1200" dirty="0" err="1"/>
            <a:t>into</a:t>
          </a:r>
          <a:r>
            <a:rPr lang="de-DE" sz="1000" kern="1200" dirty="0">
              <a:latin typeface="Calibri Light" panose="020F0302020204030204"/>
            </a:rPr>
            <a:t> </a:t>
          </a:r>
          <a:r>
            <a:rPr lang="de-DE" sz="1000" kern="1200" dirty="0" err="1">
              <a:latin typeface="Calibri Light" panose="020F0302020204030204"/>
            </a:rPr>
            <a:t>two</a:t>
          </a:r>
          <a:r>
            <a:rPr lang="de-DE" sz="1000" kern="1200" dirty="0"/>
            <a:t> separate groups due to combined taxation</a:t>
          </a:r>
        </a:p>
      </dsp:txBody>
      <dsp:txXfrm>
        <a:off x="693109" y="187419"/>
        <a:ext cx="899779" cy="8997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de-DE" sz="1600" kern="1200" dirty="0">
              <a:latin typeface="Calibri Light" panose="020F0302020204030204"/>
            </a:rPr>
            <a:t>Income</a:t>
          </a:r>
          <a:r>
            <a:rPr lang="de-DE" sz="1600" kern="1200" dirty="0"/>
            <a:t> tax calculated</a:t>
          </a:r>
          <a:endParaRPr lang="de-DE" sz="1600" kern="1200" dirty="0">
            <a:latin typeface="Calibri Light" panose="020F0302020204030204"/>
          </a:endParaRPr>
        </a:p>
      </dsp:txBody>
      <dsp:txXfrm>
        <a:off x="693109" y="187419"/>
        <a:ext cx="899779" cy="8997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de-DE" sz="1600" kern="1200" dirty="0">
              <a:latin typeface="Calibri Light" panose="020F0302020204030204"/>
            </a:rPr>
            <a:t>Partial </a:t>
          </a:r>
          <a:r>
            <a:rPr lang="de-DE" sz="1600" kern="1200" dirty="0"/>
            <a:t>/</a:t>
          </a:r>
          <a:r>
            <a:rPr lang="de-DE" sz="1600" kern="1200" dirty="0">
              <a:latin typeface="Calibri Light" panose="020F0302020204030204"/>
            </a:rPr>
            <a:t> simplified </a:t>
          </a:r>
          <a:r>
            <a:rPr lang="de-DE" sz="1600" kern="1200" dirty="0" err="1">
              <a:latin typeface="Calibri Light" panose="020F0302020204030204"/>
            </a:rPr>
            <a:t>categories</a:t>
          </a:r>
          <a:endParaRPr lang="de-DE" sz="1600" kern="1200" dirty="0">
            <a:latin typeface="Calibri Light" panose="020F0302020204030204"/>
          </a:endParaRPr>
        </a:p>
      </dsp:txBody>
      <dsp:txXfrm>
        <a:off x="693109" y="187419"/>
        <a:ext cx="899779" cy="89977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rtl="0">
            <a:lnSpc>
              <a:spcPct val="90000"/>
            </a:lnSpc>
            <a:spcBef>
              <a:spcPct val="0"/>
            </a:spcBef>
            <a:spcAft>
              <a:spcPct val="35000"/>
            </a:spcAft>
            <a:buNone/>
          </a:pPr>
          <a:r>
            <a:rPr lang="de-DE" sz="1200" kern="1200" dirty="0"/>
            <a:t>pie </a:t>
          </a:r>
          <a:r>
            <a:rPr lang="de-DE" sz="1200" kern="1200" dirty="0" err="1"/>
            <a:t>chart</a:t>
          </a:r>
          <a:r>
            <a:rPr lang="de-DE" sz="1200" kern="1200" dirty="0"/>
            <a:t> visualization:</a:t>
          </a:r>
          <a:r>
            <a:rPr lang="de-DE" sz="1200" kern="1200" dirty="0">
              <a:latin typeface="Calibri Light" panose="020F0302020204030204"/>
            </a:rPr>
            <a:t> </a:t>
          </a:r>
          <a:r>
            <a:rPr lang="de-DE" sz="1200" kern="1200" dirty="0"/>
            <a:t>different </a:t>
          </a:r>
          <a:r>
            <a:rPr lang="de-DE" sz="1200" kern="1200" dirty="0" err="1"/>
            <a:t>categories</a:t>
          </a:r>
          <a:r>
            <a:rPr lang="de-DE" sz="1200" kern="1200" dirty="0"/>
            <a:t> </a:t>
          </a:r>
          <a:r>
            <a:rPr lang="de-DE" sz="1200" kern="1200" dirty="0" err="1"/>
            <a:t>of</a:t>
          </a:r>
          <a:r>
            <a:rPr lang="de-DE" sz="1200" kern="1200" dirty="0"/>
            <a:t> </a:t>
          </a:r>
          <a:r>
            <a:rPr lang="de-DE" sz="1200" kern="1200" dirty="0" err="1"/>
            <a:t>tax</a:t>
          </a:r>
          <a:endParaRPr lang="de-DE" sz="1200" kern="1200" dirty="0">
            <a:latin typeface="Calibri Light" panose="020F0302020204030204"/>
          </a:endParaRPr>
        </a:p>
      </dsp:txBody>
      <dsp:txXfrm>
        <a:off x="693109" y="187419"/>
        <a:ext cx="899779" cy="8997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FCC03-9581-4B57-9DDD-D7A6C3724C01}">
      <dsp:nvSpPr>
        <dsp:cNvPr id="0" name=""/>
        <dsp:cNvSpPr/>
      </dsp:nvSpPr>
      <dsp:spPr>
        <a:xfrm>
          <a:off x="506759" y="1069"/>
          <a:ext cx="1272479" cy="1272479"/>
        </a:xfrm>
        <a:prstGeom prst="ellips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rtl="0">
            <a:lnSpc>
              <a:spcPct val="90000"/>
            </a:lnSpc>
            <a:spcBef>
              <a:spcPct val="0"/>
            </a:spcBef>
            <a:spcAft>
              <a:spcPct val="35000"/>
            </a:spcAft>
            <a:buNone/>
          </a:pPr>
          <a:r>
            <a:rPr lang="de-DE" sz="1200" kern="1200" dirty="0">
              <a:latin typeface="Calibri Light" panose="020F0302020204030204"/>
            </a:rPr>
            <a:t>Graph</a:t>
          </a:r>
          <a:r>
            <a:rPr lang="de-DE" sz="1200" kern="1200" dirty="0"/>
            <a:t> visualization</a:t>
          </a:r>
          <a:r>
            <a:rPr lang="de-DE" sz="1200" kern="1200" dirty="0">
              <a:latin typeface="Calibri Light" panose="020F0302020204030204"/>
            </a:rPr>
            <a:t>: </a:t>
          </a:r>
          <a:r>
            <a:rPr lang="de-DE" sz="1200" kern="1200" dirty="0"/>
            <a:t>tax/income ratio</a:t>
          </a:r>
          <a:endParaRPr lang="de-DE" sz="1200" kern="1200" dirty="0">
            <a:latin typeface="Calibri Light" panose="020F0302020204030204"/>
          </a:endParaRPr>
        </a:p>
      </dsp:txBody>
      <dsp:txXfrm>
        <a:off x="693109" y="187419"/>
        <a:ext cx="899779" cy="89977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0A693-FCDF-4831-92EC-7720D55078F9}">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9F1D9-4129-416C-BBE8-E3B1E8EB6749}">
      <dsp:nvSpPr>
        <dsp:cNvPr id="0" name=""/>
        <dsp:cNvSpPr/>
      </dsp:nvSpPr>
      <dsp:spPr>
        <a:xfrm>
          <a:off x="376522" y="280590"/>
          <a:ext cx="684586" cy="68458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B7A6CC-F58B-4A98-B84E-281D850A1DA1}">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rtl="0">
            <a:lnSpc>
              <a:spcPct val="100000"/>
            </a:lnSpc>
            <a:spcBef>
              <a:spcPct val="0"/>
            </a:spcBef>
            <a:spcAft>
              <a:spcPct val="35000"/>
            </a:spcAft>
            <a:buNone/>
          </a:pPr>
          <a:r>
            <a:rPr lang="de-DE" sz="2500" kern="1200" dirty="0">
              <a:latin typeface="Calibri Light" panose="020F0302020204030204"/>
            </a:rPr>
            <a:t>Individual User Input</a:t>
          </a:r>
        </a:p>
      </dsp:txBody>
      <dsp:txXfrm>
        <a:off x="1437631" y="531"/>
        <a:ext cx="9077968" cy="1244702"/>
      </dsp:txXfrm>
    </dsp:sp>
    <dsp:sp modelId="{583F2E38-BD73-4DDB-B76A-6A4718A0C81D}">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483FE-C157-47EB-BC98-A35D3E5C5B44}">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C59A5-9C79-4A8C-A558-078B09A4ABB1}">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100000"/>
            </a:lnSpc>
            <a:spcBef>
              <a:spcPct val="0"/>
            </a:spcBef>
            <a:spcAft>
              <a:spcPct val="35000"/>
            </a:spcAft>
            <a:buNone/>
          </a:pPr>
          <a:r>
            <a:rPr lang="de-DE" sz="2500" kern="1200" dirty="0">
              <a:latin typeface="Calibri Light" panose="020F0302020204030204"/>
            </a:rPr>
            <a:t>Swiss Tax API Providers (e.g. </a:t>
          </a:r>
          <a:r>
            <a:rPr lang="de-DE" sz="2500" b="1" kern="1200" dirty="0"/>
            <a:t>swiss-tax-api </a:t>
          </a:r>
          <a:r>
            <a:rPr lang="de-DE" sz="2500" b="1" kern="1200" dirty="0">
              <a:latin typeface="Calibri Light" panose="020F0302020204030204"/>
            </a:rPr>
            <a:t>)</a:t>
          </a:r>
          <a:endParaRPr lang="en-US" sz="2500" kern="1200" dirty="0"/>
        </a:p>
      </dsp:txBody>
      <dsp:txXfrm>
        <a:off x="1437631" y="1556410"/>
        <a:ext cx="9077968" cy="1244702"/>
      </dsp:txXfrm>
    </dsp:sp>
    <dsp:sp modelId="{36771FCA-9D35-4EB7-BB0A-230E5C7048AA}">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BF6ABA-0A22-4739-A2D8-4AC3F9AE10C8}">
      <dsp:nvSpPr>
        <dsp:cNvPr id="0" name=""/>
        <dsp:cNvSpPr/>
      </dsp:nvSpPr>
      <dsp:spPr>
        <a:xfrm>
          <a:off x="376522" y="3392347"/>
          <a:ext cx="684586" cy="68458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07ECFB-67B1-4B34-BDE1-D04FB840C5E8}">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100000"/>
            </a:lnSpc>
            <a:spcBef>
              <a:spcPct val="0"/>
            </a:spcBef>
            <a:spcAft>
              <a:spcPct val="35000"/>
            </a:spcAft>
            <a:buNone/>
          </a:pPr>
          <a:r>
            <a:rPr lang="de-DE" sz="2500" kern="1200" dirty="0"/>
            <a:t>Swiss Federal </a:t>
          </a:r>
          <a:r>
            <a:rPr lang="de-DE" sz="2500" kern="1200" dirty="0" err="1"/>
            <a:t>Tax</a:t>
          </a:r>
          <a:r>
            <a:rPr lang="de-DE" sz="2500" kern="1200" dirty="0"/>
            <a:t> Administration</a:t>
          </a:r>
          <a:r>
            <a:rPr lang="de-DE" sz="2500" kern="1200" dirty="0">
              <a:latin typeface="Calibri Light" panose="020F0302020204030204"/>
            </a:rPr>
            <a:t> Datasets</a:t>
          </a:r>
        </a:p>
      </dsp:txBody>
      <dsp:txXfrm>
        <a:off x="1437631" y="3112289"/>
        <a:ext cx="9077968" cy="124470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A5BD6-845F-4474-BADC-8B8837F1D56E}">
      <dsp:nvSpPr>
        <dsp:cNvPr id="0" name=""/>
        <dsp:cNvSpPr/>
      </dsp:nvSpPr>
      <dsp:spPr>
        <a:xfrm>
          <a:off x="4278748" y="0"/>
          <a:ext cx="1958102" cy="108783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de-DE" sz="2400" kern="1200" dirty="0">
              <a:latin typeface="Calibri Light" panose="020F0302020204030204"/>
            </a:rPr>
            <a:t>90% </a:t>
          </a:r>
          <a:r>
            <a:rPr lang="de-DE" sz="2400" kern="1200" dirty="0" err="1">
              <a:latin typeface="Calibri Light" panose="020F0302020204030204"/>
            </a:rPr>
            <a:t>quantile</a:t>
          </a:r>
          <a:r>
            <a:rPr lang="de-DE" sz="2400" kern="1200" dirty="0">
              <a:latin typeface="Calibri Light" panose="020F0302020204030204"/>
            </a:rPr>
            <a:t>: 24'100</a:t>
          </a:r>
          <a:endParaRPr lang="de-DE" sz="2400" kern="1200" dirty="0"/>
        </a:p>
      </dsp:txBody>
      <dsp:txXfrm>
        <a:off x="4310610" y="31862"/>
        <a:ext cx="1894378" cy="1024110"/>
      </dsp:txXfrm>
    </dsp:sp>
    <dsp:sp modelId="{3052665D-BBB2-4DFE-BD1B-F5DC5C334ED5}">
      <dsp:nvSpPr>
        <dsp:cNvPr id="0" name=""/>
        <dsp:cNvSpPr/>
      </dsp:nvSpPr>
      <dsp:spPr>
        <a:xfrm rot="5400000">
          <a:off x="5053831" y="1115030"/>
          <a:ext cx="407937" cy="489525"/>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de-DE" sz="1900" kern="1200"/>
        </a:p>
      </dsp:txBody>
      <dsp:txXfrm rot="-5400000">
        <a:off x="5110943" y="1155824"/>
        <a:ext cx="293715" cy="285556"/>
      </dsp:txXfrm>
    </dsp:sp>
    <dsp:sp modelId="{20D32B16-FBAA-4181-BAE3-957FFBF7C1C3}">
      <dsp:nvSpPr>
        <dsp:cNvPr id="0" name=""/>
        <dsp:cNvSpPr/>
      </dsp:nvSpPr>
      <dsp:spPr>
        <a:xfrm>
          <a:off x="4278748" y="1631751"/>
          <a:ext cx="1958102" cy="108783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de-DE" sz="2400" kern="1200" dirty="0">
              <a:latin typeface="Calibri Light" panose="020F0302020204030204"/>
            </a:rPr>
            <a:t>50% </a:t>
          </a:r>
          <a:r>
            <a:rPr lang="de-DE" sz="2400" kern="1200" dirty="0" err="1">
              <a:latin typeface="Calibri Light" panose="020F0302020204030204"/>
            </a:rPr>
            <a:t>quantile</a:t>
          </a:r>
          <a:r>
            <a:rPr lang="de-DE" sz="2400" kern="1200" dirty="0">
              <a:latin typeface="Calibri Light" panose="020F0302020204030204"/>
            </a:rPr>
            <a:t>: 21'000</a:t>
          </a:r>
          <a:endParaRPr lang="de-DE" sz="2400" kern="1200" dirty="0"/>
        </a:p>
      </dsp:txBody>
      <dsp:txXfrm>
        <a:off x="4310610" y="1663613"/>
        <a:ext cx="1894378" cy="1024110"/>
      </dsp:txXfrm>
    </dsp:sp>
    <dsp:sp modelId="{09B85735-8DF3-4FF9-8732-97722D41D7DA}">
      <dsp:nvSpPr>
        <dsp:cNvPr id="0" name=""/>
        <dsp:cNvSpPr/>
      </dsp:nvSpPr>
      <dsp:spPr>
        <a:xfrm rot="5400000">
          <a:off x="5053831" y="2746782"/>
          <a:ext cx="407937" cy="489525"/>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de-DE" sz="1900" kern="1200"/>
        </a:p>
      </dsp:txBody>
      <dsp:txXfrm rot="-5400000">
        <a:off x="5110943" y="2787576"/>
        <a:ext cx="293715" cy="285556"/>
      </dsp:txXfrm>
    </dsp:sp>
    <dsp:sp modelId="{5C790C71-C8E1-4B2E-9C11-735710AA7748}">
      <dsp:nvSpPr>
        <dsp:cNvPr id="0" name=""/>
        <dsp:cNvSpPr/>
      </dsp:nvSpPr>
      <dsp:spPr>
        <a:xfrm>
          <a:off x="4278748" y="3263503"/>
          <a:ext cx="1958102" cy="108783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de-DE" sz="2400" kern="1200" dirty="0">
              <a:latin typeface="Calibri Light" panose="020F0302020204030204"/>
            </a:rPr>
            <a:t>10% </a:t>
          </a:r>
          <a:r>
            <a:rPr lang="de-DE" sz="2400" kern="1200" dirty="0" err="1">
              <a:latin typeface="Calibri Light" panose="020F0302020204030204"/>
            </a:rPr>
            <a:t>quantile</a:t>
          </a:r>
          <a:r>
            <a:rPr lang="de-DE" sz="2400" kern="1200" dirty="0">
              <a:latin typeface="Calibri Light" panose="020F0302020204030204"/>
            </a:rPr>
            <a:t>: 18'000</a:t>
          </a:r>
          <a:endParaRPr lang="de-DE" sz="2400" kern="1200" dirty="0"/>
        </a:p>
      </dsp:txBody>
      <dsp:txXfrm>
        <a:off x="4310610" y="3295365"/>
        <a:ext cx="1894378" cy="10241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7.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9.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0.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A63FE-F91F-54D9-FD69-E21722742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0AA9D9D7-ACEA-3E65-E96F-35F34ADCA0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F0629B07-4BB7-1245-7BF2-550691F4EBB0}"/>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7D97B6CB-06FC-7BE5-6403-43860ADD3A3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4D5C236-3D4C-D3EA-19E9-DF69AAC6FD11}"/>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1402699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81B4-4EEE-1094-3C2A-C8C0F816CB2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663F9D8-93F3-7165-7202-CE83EEE7C7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7267884D-8E06-66C4-AAA7-BD2948ACAC75}"/>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19BFD630-6D20-D904-90D4-8D43803786F2}"/>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74C4258-3DCE-5EA4-C5C5-BDF77FC923CE}"/>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330091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B4C0-FD33-4E85-BCD5-F2AA7147CE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E465FE33-BC19-54CE-387E-4CCE5BCE3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92D041-8D5E-9A5D-6D99-952ECE114BAB}"/>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4608F749-46D2-FDFE-EEF2-C8FF28C5DE1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3120882-66B8-7058-96CD-0E26799EF335}"/>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3030677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29C2A-2256-7FDC-EB1C-F28A9D348F85}"/>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9435C82-1994-EE91-58D6-976F748128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EBDD882B-C2F3-CA2A-9B9A-393D57B4F6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7455F7BF-BD1D-8BD8-5591-292303C91EA9}"/>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6" name="Footer Placeholder 5">
            <a:extLst>
              <a:ext uri="{FF2B5EF4-FFF2-40B4-BE49-F238E27FC236}">
                <a16:creationId xmlns:a16="http://schemas.microsoft.com/office/drawing/2014/main" id="{1FFBA8F3-D9FD-30D2-5BC0-54B31F8FB6A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EDED2B1-50D7-01E7-E23F-99BE33C083D5}"/>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870466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0348-EBEE-D015-472E-49430E10C1A0}"/>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8D1A8E82-337D-1543-790A-8C8DF20517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FD0123-CA9D-0A3B-FDA9-7BE9F35C07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F4415B4A-3819-43D7-2357-4C89C3B932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F30F70-49B4-53C6-44AA-BA2A5D7B1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51945FF5-2460-536B-AF59-D04CE77977D6}"/>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8" name="Footer Placeholder 7">
            <a:extLst>
              <a:ext uri="{FF2B5EF4-FFF2-40B4-BE49-F238E27FC236}">
                <a16:creationId xmlns:a16="http://schemas.microsoft.com/office/drawing/2014/main" id="{5008355D-1C7B-3CD3-5427-ACE130727AE7}"/>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174A3012-1497-5AB0-197E-B7FAB3DA7022}"/>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3223330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EDBBE-766C-C634-2D07-A17AADA2139C}"/>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4B29C6BE-D2E3-09A0-BC2D-929E047729E6}"/>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4" name="Footer Placeholder 3">
            <a:extLst>
              <a:ext uri="{FF2B5EF4-FFF2-40B4-BE49-F238E27FC236}">
                <a16:creationId xmlns:a16="http://schemas.microsoft.com/office/drawing/2014/main" id="{A1D3D834-9FBE-1500-57C0-7FD4492A63CE}"/>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FB544CB9-37C7-DB69-EE14-680B85875817}"/>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3343588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39838-EDE8-767F-327F-652CC16B7DA0}"/>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3" name="Footer Placeholder 2">
            <a:extLst>
              <a:ext uri="{FF2B5EF4-FFF2-40B4-BE49-F238E27FC236}">
                <a16:creationId xmlns:a16="http://schemas.microsoft.com/office/drawing/2014/main" id="{D1EBA8F9-E562-CB17-9060-B9B37181D4FE}"/>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A5BFEA11-36A8-E35B-2A6D-D61710337FF1}"/>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1487736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38C4-2943-8F7F-56F5-A7A429794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7B96A08-01AD-7359-C711-B1F7CBF739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6796B0EC-2632-5CD5-E223-BFB5B8B4C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A87027-2123-70A7-8E48-17F87D45BE1D}"/>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6" name="Footer Placeholder 5">
            <a:extLst>
              <a:ext uri="{FF2B5EF4-FFF2-40B4-BE49-F238E27FC236}">
                <a16:creationId xmlns:a16="http://schemas.microsoft.com/office/drawing/2014/main" id="{028DC8EB-6CCA-D006-1679-AAD32B2F010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A264EAD-DA19-334B-0FB7-E0864CB4AE1E}"/>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291774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08BE-C8D8-2B14-D4E0-5B8C52C245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63397FF0-C939-BA3C-F25F-9062DAB31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1425AD1C-9E93-3CD3-6123-86F858DB62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CADA8B-BED4-2B70-BFFE-002390C866F4}"/>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6" name="Footer Placeholder 5">
            <a:extLst>
              <a:ext uri="{FF2B5EF4-FFF2-40B4-BE49-F238E27FC236}">
                <a16:creationId xmlns:a16="http://schemas.microsoft.com/office/drawing/2014/main" id="{0FACFC04-E73F-E203-3EC8-8720ABFE538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BD757922-0777-47F9-92A6-84E306174AA5}"/>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32216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FC9F0-2558-BD67-C2FE-C5301930FD8D}"/>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4387D63A-671F-B2D5-80D7-C6C258EA38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885F79B-458F-F081-7CDE-C9E5CD29C647}"/>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4802E89F-1385-9881-C6BE-1F1364C2556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AF6BA9A-BB79-E34B-F34C-BC27FF96E3A4}"/>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161483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0F037-10BF-F6C4-2405-97AAF47363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6EC3494E-5472-5C99-6818-F4883CEB0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AA3CB788-70D0-C1EC-95C2-E7D992B8A7C8}"/>
              </a:ext>
            </a:extLst>
          </p:cNvPr>
          <p:cNvSpPr>
            <a:spLocks noGrp="1"/>
          </p:cNvSpPr>
          <p:nvPr>
            <p:ph type="dt" sz="half" idx="10"/>
          </p:nvPr>
        </p:nvSpPr>
        <p:spPr/>
        <p:txBody>
          <a:body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F01D317C-B222-E267-CFC1-0683BB668CA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7DF4E1E-70AF-FD27-ADE9-007799C0402B}"/>
              </a:ext>
            </a:extLst>
          </p:cNvPr>
          <p:cNvSpPr>
            <a:spLocks noGrp="1"/>
          </p:cNvSpPr>
          <p:nvPr>
            <p:ph type="sldNum" sz="quarter" idx="12"/>
          </p:nvPr>
        </p:nvSpPr>
        <p:spPr/>
        <p:txBody>
          <a:bodyPr/>
          <a:lstStyle/>
          <a:p>
            <a:fld id="{84EAD5C5-DCFA-46E7-8408-250B65951512}" type="slidenum">
              <a:rPr lang="LID4096" smtClean="0"/>
              <a:t>‹#›</a:t>
            </a:fld>
            <a:endParaRPr lang="LID4096"/>
          </a:p>
        </p:txBody>
      </p:sp>
    </p:spTree>
    <p:extLst>
      <p:ext uri="{BB962C8B-B14F-4D97-AF65-F5344CB8AC3E}">
        <p14:creationId xmlns:p14="http://schemas.microsoft.com/office/powerpoint/2010/main" val="2865919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62B939-66C1-CE75-EB20-06B9D7D4E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34FC55E4-8F61-C7E0-B97E-4932FDB039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2EF1207-59BB-FFEC-F037-8FAB628AAB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5FC17D-1E08-4DB8-97D0-0014EF5DB6DA}" type="datetimeFigureOut">
              <a:rPr lang="LID4096" smtClean="0"/>
              <a:t>10/23/2025</a:t>
            </a:fld>
            <a:endParaRPr lang="LID4096"/>
          </a:p>
        </p:txBody>
      </p:sp>
      <p:sp>
        <p:nvSpPr>
          <p:cNvPr id="5" name="Footer Placeholder 4">
            <a:extLst>
              <a:ext uri="{FF2B5EF4-FFF2-40B4-BE49-F238E27FC236}">
                <a16:creationId xmlns:a16="http://schemas.microsoft.com/office/drawing/2014/main" id="{C5C8BBE4-3B26-3F44-5A31-EC2B49F8E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0BBEF0D3-EE58-64DE-25FA-D38410F558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AD5C5-DCFA-46E7-8408-250B65951512}" type="slidenum">
              <a:rPr lang="LID4096" smtClean="0"/>
              <a:t>‹#›</a:t>
            </a:fld>
            <a:endParaRPr lang="LID4096"/>
          </a:p>
        </p:txBody>
      </p:sp>
    </p:spTree>
    <p:extLst>
      <p:ext uri="{BB962C8B-B14F-4D97-AF65-F5344CB8AC3E}">
        <p14:creationId xmlns:p14="http://schemas.microsoft.com/office/powerpoint/2010/main" val="2458614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3" Type="http://schemas.openxmlformats.org/officeDocument/2006/relationships/diagramLayout" Target="../diagrams/layout5.xml"/><Relationship Id="rId18" Type="http://schemas.openxmlformats.org/officeDocument/2006/relationships/diagramLayout" Target="../diagrams/layout6.xml"/><Relationship Id="rId26" Type="http://schemas.microsoft.com/office/2007/relationships/diagramDrawing" Target="../diagrams/drawing7.xml"/><Relationship Id="rId39" Type="http://schemas.openxmlformats.org/officeDocument/2006/relationships/diagramQuickStyle" Target="../diagrams/quickStyle10.xml"/><Relationship Id="rId21" Type="http://schemas.microsoft.com/office/2007/relationships/diagramDrawing" Target="../diagrams/drawing6.xml"/><Relationship Id="rId34" Type="http://schemas.openxmlformats.org/officeDocument/2006/relationships/diagramQuickStyle" Target="../diagrams/quickStyle9.xml"/><Relationship Id="rId42" Type="http://schemas.openxmlformats.org/officeDocument/2006/relationships/diagramData" Target="../diagrams/data11.xml"/><Relationship Id="rId7" Type="http://schemas.openxmlformats.org/officeDocument/2006/relationships/diagramData" Target="../diagrams/data4.xml"/><Relationship Id="rId2" Type="http://schemas.openxmlformats.org/officeDocument/2006/relationships/diagramData" Target="../diagrams/data3.xml"/><Relationship Id="rId16" Type="http://schemas.microsoft.com/office/2007/relationships/diagramDrawing" Target="../diagrams/drawing5.xml"/><Relationship Id="rId29" Type="http://schemas.openxmlformats.org/officeDocument/2006/relationships/diagramQuickStyle" Target="../diagrams/quickStyle8.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24" Type="http://schemas.openxmlformats.org/officeDocument/2006/relationships/diagramQuickStyle" Target="../diagrams/quickStyle7.xml"/><Relationship Id="rId32" Type="http://schemas.openxmlformats.org/officeDocument/2006/relationships/diagramData" Target="../diagrams/data9.xml"/><Relationship Id="rId37" Type="http://schemas.openxmlformats.org/officeDocument/2006/relationships/diagramData" Target="../diagrams/data10.xml"/><Relationship Id="rId40" Type="http://schemas.openxmlformats.org/officeDocument/2006/relationships/diagramColors" Target="../diagrams/colors10.xml"/><Relationship Id="rId45" Type="http://schemas.openxmlformats.org/officeDocument/2006/relationships/diagramColors" Target="../diagrams/colors11.xml"/><Relationship Id="rId5" Type="http://schemas.openxmlformats.org/officeDocument/2006/relationships/diagramColors" Target="../diagrams/colors3.xml"/><Relationship Id="rId15" Type="http://schemas.openxmlformats.org/officeDocument/2006/relationships/diagramColors" Target="../diagrams/colors5.xml"/><Relationship Id="rId23" Type="http://schemas.openxmlformats.org/officeDocument/2006/relationships/diagramLayout" Target="../diagrams/layout7.xml"/><Relationship Id="rId28" Type="http://schemas.openxmlformats.org/officeDocument/2006/relationships/diagramLayout" Target="../diagrams/layout8.xml"/><Relationship Id="rId36" Type="http://schemas.microsoft.com/office/2007/relationships/diagramDrawing" Target="../diagrams/drawing9.xml"/><Relationship Id="rId10" Type="http://schemas.openxmlformats.org/officeDocument/2006/relationships/diagramColors" Target="../diagrams/colors4.xml"/><Relationship Id="rId19" Type="http://schemas.openxmlformats.org/officeDocument/2006/relationships/diagramQuickStyle" Target="../diagrams/quickStyle6.xml"/><Relationship Id="rId31" Type="http://schemas.microsoft.com/office/2007/relationships/diagramDrawing" Target="../diagrams/drawing8.xml"/><Relationship Id="rId44" Type="http://schemas.openxmlformats.org/officeDocument/2006/relationships/diagramQuickStyle" Target="../diagrams/quickStyle11.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 Id="rId22" Type="http://schemas.openxmlformats.org/officeDocument/2006/relationships/diagramData" Target="../diagrams/data7.xml"/><Relationship Id="rId27" Type="http://schemas.openxmlformats.org/officeDocument/2006/relationships/diagramData" Target="../diagrams/data8.xml"/><Relationship Id="rId30" Type="http://schemas.openxmlformats.org/officeDocument/2006/relationships/diagramColors" Target="../diagrams/colors8.xml"/><Relationship Id="rId35" Type="http://schemas.openxmlformats.org/officeDocument/2006/relationships/diagramColors" Target="../diagrams/colors9.xml"/><Relationship Id="rId43" Type="http://schemas.openxmlformats.org/officeDocument/2006/relationships/diagramLayout" Target="../diagrams/layout11.xml"/><Relationship Id="rId8" Type="http://schemas.openxmlformats.org/officeDocument/2006/relationships/diagramLayout" Target="../diagrams/layout4.xml"/><Relationship Id="rId3" Type="http://schemas.openxmlformats.org/officeDocument/2006/relationships/diagramLayout" Target="../diagrams/layout3.xml"/><Relationship Id="rId12" Type="http://schemas.openxmlformats.org/officeDocument/2006/relationships/diagramData" Target="../diagrams/data5.xml"/><Relationship Id="rId17" Type="http://schemas.openxmlformats.org/officeDocument/2006/relationships/diagramData" Target="../diagrams/data6.xml"/><Relationship Id="rId25" Type="http://schemas.openxmlformats.org/officeDocument/2006/relationships/diagramColors" Target="../diagrams/colors7.xml"/><Relationship Id="rId33" Type="http://schemas.openxmlformats.org/officeDocument/2006/relationships/diagramLayout" Target="../diagrams/layout9.xml"/><Relationship Id="rId38" Type="http://schemas.openxmlformats.org/officeDocument/2006/relationships/diagramLayout" Target="../diagrams/layout10.xml"/><Relationship Id="rId46" Type="http://schemas.microsoft.com/office/2007/relationships/diagramDrawing" Target="../diagrams/drawing11.xml"/><Relationship Id="rId20" Type="http://schemas.openxmlformats.org/officeDocument/2006/relationships/diagramColors" Target="../diagrams/colors6.xml"/><Relationship Id="rId41" Type="http://schemas.microsoft.com/office/2007/relationships/diagramDrawing" Target="../diagrams/drawing1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fik 2" descr="Eine Person füllt ein Steuerformular aus">
            <a:extLst>
              <a:ext uri="{FF2B5EF4-FFF2-40B4-BE49-F238E27FC236}">
                <a16:creationId xmlns:a16="http://schemas.microsoft.com/office/drawing/2014/main" id="{F023C14F-EB8F-9DB2-316A-E8BFE86EA69B}"/>
              </a:ext>
            </a:extLst>
          </p:cNvPr>
          <p:cNvPicPr>
            <a:picLocks noChangeAspect="1"/>
          </p:cNvPicPr>
          <p:nvPr/>
        </p:nvPicPr>
        <p:blipFill>
          <a:blip r:embed="rId2"/>
          <a:srcRect r="23298" b="9091"/>
          <a:stretch>
            <a:fillRect/>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63FE419-4A8B-41EE-3D39-CDCD2F1F1550}"/>
              </a:ext>
            </a:extLst>
          </p:cNvPr>
          <p:cNvSpPr>
            <a:spLocks noGrp="1"/>
          </p:cNvSpPr>
          <p:nvPr>
            <p:ph type="ctrTitle"/>
          </p:nvPr>
        </p:nvSpPr>
        <p:spPr>
          <a:xfrm>
            <a:off x="477981" y="1122363"/>
            <a:ext cx="4023360" cy="3204134"/>
          </a:xfrm>
        </p:spPr>
        <p:txBody>
          <a:bodyPr anchor="b">
            <a:normAutofit/>
          </a:bodyPr>
          <a:lstStyle/>
          <a:p>
            <a:pPr algn="l"/>
            <a:r>
              <a:rPr lang="en-US" sz="4800" b="1" dirty="0">
                <a:solidFill>
                  <a:schemeClr val="bg1"/>
                </a:solidFill>
                <a:ea typeface="+mj-lt"/>
                <a:cs typeface="+mj-lt"/>
              </a:rPr>
              <a:t>TAX </a:t>
            </a:r>
            <a:br>
              <a:rPr lang="en-US" sz="4800" b="1" dirty="0">
                <a:ea typeface="+mj-lt"/>
                <a:cs typeface="+mj-lt"/>
              </a:rPr>
            </a:br>
            <a:r>
              <a:rPr lang="en-US" sz="4800" b="1" dirty="0">
                <a:solidFill>
                  <a:schemeClr val="bg1"/>
                </a:solidFill>
                <a:ea typeface="+mj-lt"/>
                <a:cs typeface="+mj-lt"/>
              </a:rPr>
              <a:t>ESTIMATOR</a:t>
            </a:r>
            <a:br>
              <a:rPr lang="en-US" sz="4800" b="1" dirty="0">
                <a:ea typeface="+mj-lt"/>
                <a:cs typeface="+mj-lt"/>
              </a:rPr>
            </a:br>
            <a:r>
              <a:rPr lang="en-US" sz="4800" b="1" dirty="0">
                <a:solidFill>
                  <a:schemeClr val="bg1"/>
                </a:solidFill>
                <a:ea typeface="+mj-lt"/>
                <a:cs typeface="+mj-lt"/>
              </a:rPr>
              <a:t>APP</a:t>
            </a:r>
            <a:endParaRPr lang="en-US" sz="4800" b="1" dirty="0">
              <a:solidFill>
                <a:schemeClr val="bg1"/>
              </a:solidFill>
              <a:ea typeface="Calibri Light" panose="020F0302020204030204"/>
              <a:cs typeface="Calibri Light" panose="020F0302020204030204"/>
            </a:endParaRP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476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7468F45-C258-5935-2633-82E5018EA4B5}"/>
              </a:ext>
            </a:extLst>
          </p:cNvPr>
          <p:cNvSpPr>
            <a:spLocks noGrp="1"/>
          </p:cNvSpPr>
          <p:nvPr>
            <p:ph type="title"/>
          </p:nvPr>
        </p:nvSpPr>
        <p:spPr>
          <a:xfrm>
            <a:off x="841248" y="256032"/>
            <a:ext cx="10506456" cy="1014984"/>
          </a:xfrm>
        </p:spPr>
        <p:txBody>
          <a:bodyPr anchor="b">
            <a:normAutofit/>
          </a:bodyPr>
          <a:lstStyle/>
          <a:p>
            <a:r>
              <a:rPr lang="de-DE" b="1" dirty="0">
                <a:ea typeface="+mj-lt"/>
                <a:cs typeface="+mj-lt"/>
              </a:rPr>
              <a:t>Problem fit</a:t>
            </a:r>
            <a:endParaRPr lang="de-DE" b="1" dirty="0">
              <a:ea typeface="Calibri Light"/>
              <a:cs typeface="Calibri Light"/>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Inhaltsplatzhalter 2">
            <a:extLst>
              <a:ext uri="{FF2B5EF4-FFF2-40B4-BE49-F238E27FC236}">
                <a16:creationId xmlns:a16="http://schemas.microsoft.com/office/drawing/2014/main" id="{F65E6113-C9BE-37BD-61AF-54FFDE9AFCAF}"/>
              </a:ext>
            </a:extLst>
          </p:cNvPr>
          <p:cNvGraphicFramePr>
            <a:graphicFrameLocks noGrp="1"/>
          </p:cNvGraphicFramePr>
          <p:nvPr>
            <p:ph idx="1"/>
            <p:extLst>
              <p:ext uri="{D42A27DB-BD31-4B8C-83A1-F6EECF244321}">
                <p14:modId xmlns:p14="http://schemas.microsoft.com/office/powerpoint/2010/main" val="12392939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7789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1C6374-05E1-F7A9-CF73-DE20E8905B13}"/>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0F7DB7E9-755B-431B-5884-A243BD676D64}"/>
              </a:ext>
            </a:extLst>
          </p:cNvPr>
          <p:cNvSpPr>
            <a:spLocks noGrp="1"/>
          </p:cNvSpPr>
          <p:nvPr>
            <p:ph idx="1"/>
          </p:nvPr>
        </p:nvSpPr>
        <p:spPr/>
        <p:txBody>
          <a:bodyPr vert="horz" lIns="91440" tIns="45720" rIns="91440" bIns="45720" rtlCol="0" anchor="t">
            <a:normAutofit/>
          </a:bodyPr>
          <a:lstStyle/>
          <a:p>
            <a:r>
              <a:rPr lang="de-DE" dirty="0">
                <a:ea typeface="Calibri"/>
                <a:cs typeface="Calibri"/>
              </a:rPr>
              <a:t>Ca</a:t>
            </a:r>
            <a:endParaRPr lang="de-DE" dirty="0"/>
          </a:p>
        </p:txBody>
      </p:sp>
      <p:sp useBgFill="1">
        <p:nvSpPr>
          <p:cNvPr id="5" name="Rectangle 8">
            <a:extLst>
              <a:ext uri="{FF2B5EF4-FFF2-40B4-BE49-F238E27FC236}">
                <a16:creationId xmlns:a16="http://schemas.microsoft.com/office/drawing/2014/main" id="{BBAFEDAC-5506-665E-56C4-880D63784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el 1">
            <a:extLst>
              <a:ext uri="{FF2B5EF4-FFF2-40B4-BE49-F238E27FC236}">
                <a16:creationId xmlns:a16="http://schemas.microsoft.com/office/drawing/2014/main" id="{B4C62DDC-630E-5476-276D-A8F160F6141E}"/>
              </a:ext>
            </a:extLst>
          </p:cNvPr>
          <p:cNvSpPr txBox="1">
            <a:spLocks/>
          </p:cNvSpPr>
          <p:nvPr/>
        </p:nvSpPr>
        <p:spPr>
          <a:xfrm>
            <a:off x="841248" y="256032"/>
            <a:ext cx="10506456" cy="10149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b="1" dirty="0">
                <a:ea typeface="+mj-lt"/>
                <a:cs typeface="+mj-lt"/>
              </a:rPr>
              <a:t>Solution fit</a:t>
            </a:r>
            <a:endParaRPr lang="de-DE" b="1" dirty="0">
              <a:ea typeface="Calibri Light"/>
              <a:cs typeface="Calibri Light"/>
            </a:endParaRPr>
          </a:p>
        </p:txBody>
      </p:sp>
      <p:sp>
        <p:nvSpPr>
          <p:cNvPr id="9" name="Rectangle 10">
            <a:extLst>
              <a:ext uri="{FF2B5EF4-FFF2-40B4-BE49-F238E27FC236}">
                <a16:creationId xmlns:a16="http://schemas.microsoft.com/office/drawing/2014/main" id="{E6B11A41-9497-FCAA-A657-D603A160F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2">
            <a:extLst>
              <a:ext uri="{FF2B5EF4-FFF2-40B4-BE49-F238E27FC236}">
                <a16:creationId xmlns:a16="http://schemas.microsoft.com/office/drawing/2014/main" id="{9B33CB0E-9C90-6EEC-6120-145076E86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3" name="Inhaltsplatzhalter 2">
            <a:extLst>
              <a:ext uri="{FF2B5EF4-FFF2-40B4-BE49-F238E27FC236}">
                <a16:creationId xmlns:a16="http://schemas.microsoft.com/office/drawing/2014/main" id="{64E3FF9A-EE47-CB4F-3FFD-7DFC6D079687}"/>
              </a:ext>
            </a:extLst>
          </p:cNvPr>
          <p:cNvGraphicFramePr>
            <a:graphicFrameLocks/>
          </p:cNvGraphicFramePr>
          <p:nvPr>
            <p:extLst>
              <p:ext uri="{D42A27DB-BD31-4B8C-83A1-F6EECF244321}">
                <p14:modId xmlns:p14="http://schemas.microsoft.com/office/powerpoint/2010/main" val="2839744532"/>
              </p:ext>
            </p:extLst>
          </p:nvPr>
        </p:nvGraphicFramePr>
        <p:xfrm>
          <a:off x="852578" y="1854379"/>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542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A2BDC9-4926-8F8C-B18F-466C3DC84BD3}"/>
              </a:ext>
            </a:extLst>
          </p:cNvPr>
          <p:cNvSpPr>
            <a:spLocks noGrp="1"/>
          </p:cNvSpPr>
          <p:nvPr>
            <p:ph type="title"/>
          </p:nvPr>
        </p:nvSpPr>
        <p:spPr/>
        <p:txBody>
          <a:bodyPr/>
          <a:lstStyle/>
          <a:p>
            <a:r>
              <a:rPr lang="de-DE" b="1" dirty="0">
                <a:ea typeface="+mj-lt"/>
                <a:cs typeface="+mj-lt"/>
              </a:rPr>
              <a:t>Main Feature: </a:t>
            </a:r>
            <a:r>
              <a:rPr lang="de-DE" b="1" dirty="0" err="1">
                <a:ea typeface="+mj-lt"/>
                <a:cs typeface="+mj-lt"/>
              </a:rPr>
              <a:t>Tax</a:t>
            </a:r>
            <a:r>
              <a:rPr lang="de-DE" b="1" dirty="0">
                <a:ea typeface="+mj-lt"/>
                <a:cs typeface="+mj-lt"/>
              </a:rPr>
              <a:t> </a:t>
            </a:r>
            <a:r>
              <a:rPr lang="de-DE" b="1" dirty="0" err="1">
                <a:ea typeface="+mj-lt"/>
                <a:cs typeface="+mj-lt"/>
              </a:rPr>
              <a:t>Calculator</a:t>
            </a:r>
            <a:endParaRPr lang="de-DE" b="1" dirty="0" err="1"/>
          </a:p>
        </p:txBody>
      </p:sp>
      <p:graphicFrame>
        <p:nvGraphicFramePr>
          <p:cNvPr id="13" name="Diagramm 12">
            <a:extLst>
              <a:ext uri="{FF2B5EF4-FFF2-40B4-BE49-F238E27FC236}">
                <a16:creationId xmlns:a16="http://schemas.microsoft.com/office/drawing/2014/main" id="{B9223F9C-1634-F5AD-8D2E-8331FA1F52D5}"/>
              </a:ext>
            </a:extLst>
          </p:cNvPr>
          <p:cNvGraphicFramePr/>
          <p:nvPr>
            <p:extLst>
              <p:ext uri="{D42A27DB-BD31-4B8C-83A1-F6EECF244321}">
                <p14:modId xmlns:p14="http://schemas.microsoft.com/office/powerpoint/2010/main" val="1990242407"/>
              </p:ext>
            </p:extLst>
          </p:nvPr>
        </p:nvGraphicFramePr>
        <p:xfrm>
          <a:off x="636002" y="806833"/>
          <a:ext cx="6441056" cy="4937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08" name="Diagramm 307">
            <a:extLst>
              <a:ext uri="{FF2B5EF4-FFF2-40B4-BE49-F238E27FC236}">
                <a16:creationId xmlns:a16="http://schemas.microsoft.com/office/drawing/2014/main" id="{5443BA35-CD6B-BE6B-AB23-141897BBFDB1}"/>
              </a:ext>
            </a:extLst>
          </p:cNvPr>
          <p:cNvGraphicFramePr/>
          <p:nvPr>
            <p:extLst>
              <p:ext uri="{D42A27DB-BD31-4B8C-83A1-F6EECF244321}">
                <p14:modId xmlns:p14="http://schemas.microsoft.com/office/powerpoint/2010/main" val="3624933819"/>
              </p:ext>
            </p:extLst>
          </p:nvPr>
        </p:nvGraphicFramePr>
        <p:xfrm>
          <a:off x="5840605" y="2776530"/>
          <a:ext cx="4744528" cy="34419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41" name="Pfeil: nach unten 640">
            <a:extLst>
              <a:ext uri="{FF2B5EF4-FFF2-40B4-BE49-F238E27FC236}">
                <a16:creationId xmlns:a16="http://schemas.microsoft.com/office/drawing/2014/main" id="{2612C232-C988-1D0D-EAEF-FCC674A01765}"/>
              </a:ext>
            </a:extLst>
          </p:cNvPr>
          <p:cNvSpPr/>
          <p:nvPr/>
        </p:nvSpPr>
        <p:spPr>
          <a:xfrm>
            <a:off x="6342121" y="3744801"/>
            <a:ext cx="254000" cy="268941"/>
          </a:xfrm>
          <a:prstGeom prst="down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642" name="Diagramm 641">
            <a:extLst>
              <a:ext uri="{FF2B5EF4-FFF2-40B4-BE49-F238E27FC236}">
                <a16:creationId xmlns:a16="http://schemas.microsoft.com/office/drawing/2014/main" id="{904F3C03-C63D-147F-D150-465801E8E8E7}"/>
              </a:ext>
            </a:extLst>
          </p:cNvPr>
          <p:cNvGraphicFramePr/>
          <p:nvPr>
            <p:extLst>
              <p:ext uri="{D42A27DB-BD31-4B8C-83A1-F6EECF244321}">
                <p14:modId xmlns:p14="http://schemas.microsoft.com/office/powerpoint/2010/main" val="2531532652"/>
              </p:ext>
            </p:extLst>
          </p:nvPr>
        </p:nvGraphicFramePr>
        <p:xfrm>
          <a:off x="2217511" y="1640717"/>
          <a:ext cx="1524000" cy="112718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780" name="Diagramm 779">
            <a:extLst>
              <a:ext uri="{FF2B5EF4-FFF2-40B4-BE49-F238E27FC236}">
                <a16:creationId xmlns:a16="http://schemas.microsoft.com/office/drawing/2014/main" id="{BCB124D6-44D9-32C0-16F0-7EBF760F78D2}"/>
              </a:ext>
            </a:extLst>
          </p:cNvPr>
          <p:cNvGraphicFramePr/>
          <p:nvPr>
            <p:extLst>
              <p:ext uri="{D42A27DB-BD31-4B8C-83A1-F6EECF244321}">
                <p14:modId xmlns:p14="http://schemas.microsoft.com/office/powerpoint/2010/main" val="2142720317"/>
              </p:ext>
            </p:extLst>
          </p:nvPr>
        </p:nvGraphicFramePr>
        <p:xfrm>
          <a:off x="3560619" y="1503217"/>
          <a:ext cx="2285999" cy="127461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844" name="Diagramm 843">
            <a:extLst>
              <a:ext uri="{FF2B5EF4-FFF2-40B4-BE49-F238E27FC236}">
                <a16:creationId xmlns:a16="http://schemas.microsoft.com/office/drawing/2014/main" id="{60C0C8F7-2287-640A-CA78-4FDE8682B0ED}"/>
              </a:ext>
            </a:extLst>
          </p:cNvPr>
          <p:cNvGraphicFramePr/>
          <p:nvPr>
            <p:extLst>
              <p:ext uri="{D42A27DB-BD31-4B8C-83A1-F6EECF244321}">
                <p14:modId xmlns:p14="http://schemas.microsoft.com/office/powerpoint/2010/main" val="3681923471"/>
              </p:ext>
            </p:extLst>
          </p:nvPr>
        </p:nvGraphicFramePr>
        <p:xfrm>
          <a:off x="5320146" y="4952998"/>
          <a:ext cx="2285999" cy="1274618"/>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851" name="Diagramm 850">
            <a:extLst>
              <a:ext uri="{FF2B5EF4-FFF2-40B4-BE49-F238E27FC236}">
                <a16:creationId xmlns:a16="http://schemas.microsoft.com/office/drawing/2014/main" id="{BE3893D1-327D-F873-7D40-A2CF96898F6E}"/>
              </a:ext>
            </a:extLst>
          </p:cNvPr>
          <p:cNvGraphicFramePr/>
          <p:nvPr>
            <p:extLst>
              <p:ext uri="{D42A27DB-BD31-4B8C-83A1-F6EECF244321}">
                <p14:modId xmlns:p14="http://schemas.microsoft.com/office/powerpoint/2010/main" val="728741680"/>
              </p:ext>
            </p:extLst>
          </p:nvPr>
        </p:nvGraphicFramePr>
        <p:xfrm>
          <a:off x="7065818" y="4952998"/>
          <a:ext cx="2285999" cy="1274618"/>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854" name="Diagramm 853">
            <a:extLst>
              <a:ext uri="{FF2B5EF4-FFF2-40B4-BE49-F238E27FC236}">
                <a16:creationId xmlns:a16="http://schemas.microsoft.com/office/drawing/2014/main" id="{DD8C0EB5-E581-A2F7-3A8B-F619CF027694}"/>
              </a:ext>
            </a:extLst>
          </p:cNvPr>
          <p:cNvGraphicFramePr/>
          <p:nvPr>
            <p:extLst>
              <p:ext uri="{D42A27DB-BD31-4B8C-83A1-F6EECF244321}">
                <p14:modId xmlns:p14="http://schemas.microsoft.com/office/powerpoint/2010/main" val="2098236430"/>
              </p:ext>
            </p:extLst>
          </p:nvPr>
        </p:nvGraphicFramePr>
        <p:xfrm>
          <a:off x="8853054" y="4952997"/>
          <a:ext cx="2285999" cy="1274618"/>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graphicFrame>
        <p:nvGraphicFramePr>
          <p:cNvPr id="857" name="Diagramm 856">
            <a:extLst>
              <a:ext uri="{FF2B5EF4-FFF2-40B4-BE49-F238E27FC236}">
                <a16:creationId xmlns:a16="http://schemas.microsoft.com/office/drawing/2014/main" id="{C7E29295-A90F-DEDC-3C29-991C725B6751}"/>
              </a:ext>
            </a:extLst>
          </p:cNvPr>
          <p:cNvGraphicFramePr/>
          <p:nvPr>
            <p:extLst>
              <p:ext uri="{D42A27DB-BD31-4B8C-83A1-F6EECF244321}">
                <p14:modId xmlns:p14="http://schemas.microsoft.com/office/powerpoint/2010/main" val="4070573402"/>
              </p:ext>
            </p:extLst>
          </p:nvPr>
        </p:nvGraphicFramePr>
        <p:xfrm>
          <a:off x="8853056" y="2639289"/>
          <a:ext cx="2285999" cy="1274618"/>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graphicFrame>
        <p:nvGraphicFramePr>
          <p:cNvPr id="860" name="Diagramm 859">
            <a:extLst>
              <a:ext uri="{FF2B5EF4-FFF2-40B4-BE49-F238E27FC236}">
                <a16:creationId xmlns:a16="http://schemas.microsoft.com/office/drawing/2014/main" id="{06CEBF27-78E9-28F2-B39B-BB61795D6F78}"/>
              </a:ext>
            </a:extLst>
          </p:cNvPr>
          <p:cNvGraphicFramePr/>
          <p:nvPr>
            <p:extLst>
              <p:ext uri="{D42A27DB-BD31-4B8C-83A1-F6EECF244321}">
                <p14:modId xmlns:p14="http://schemas.microsoft.com/office/powerpoint/2010/main" val="1070691757"/>
              </p:ext>
            </p:extLst>
          </p:nvPr>
        </p:nvGraphicFramePr>
        <p:xfrm>
          <a:off x="7079672" y="2639288"/>
          <a:ext cx="2285999" cy="1274618"/>
        </p:xfrm>
        <a:graphic>
          <a:graphicData uri="http://schemas.openxmlformats.org/drawingml/2006/diagram">
            <dgm:relIds xmlns:dgm="http://schemas.openxmlformats.org/drawingml/2006/diagram" xmlns:r="http://schemas.openxmlformats.org/officeDocument/2006/relationships" r:dm="rId42" r:lo="rId43" r:qs="rId44" r:cs="rId45"/>
          </a:graphicData>
        </a:graphic>
      </p:graphicFrame>
    </p:spTree>
    <p:extLst>
      <p:ext uri="{BB962C8B-B14F-4D97-AF65-F5344CB8AC3E}">
        <p14:creationId xmlns:p14="http://schemas.microsoft.com/office/powerpoint/2010/main" val="4151351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F3C71C-0B7E-C88F-2035-C55FAB04A9B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E09945-4043-4064-58A1-C23434DEA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CE2254B-7F8B-B778-46AF-482146A1FBFF}"/>
              </a:ext>
            </a:extLst>
          </p:cNvPr>
          <p:cNvSpPr>
            <a:spLocks noGrp="1"/>
          </p:cNvSpPr>
          <p:nvPr>
            <p:ph type="title"/>
          </p:nvPr>
        </p:nvSpPr>
        <p:spPr>
          <a:xfrm>
            <a:off x="841248" y="256032"/>
            <a:ext cx="10506456" cy="1014984"/>
          </a:xfrm>
        </p:spPr>
        <p:txBody>
          <a:bodyPr anchor="b">
            <a:normAutofit/>
          </a:bodyPr>
          <a:lstStyle/>
          <a:p>
            <a:r>
              <a:rPr lang="de-DE" b="1" dirty="0">
                <a:ea typeface="Calibri Light"/>
                <a:cs typeface="Calibri Light"/>
              </a:rPr>
              <a:t>Data Input</a:t>
            </a:r>
          </a:p>
        </p:txBody>
      </p:sp>
      <p:sp>
        <p:nvSpPr>
          <p:cNvPr id="11" name="Rectangle 10">
            <a:extLst>
              <a:ext uri="{FF2B5EF4-FFF2-40B4-BE49-F238E27FC236}">
                <a16:creationId xmlns:a16="http://schemas.microsoft.com/office/drawing/2014/main" id="{CE641AC4-460F-5D04-DB47-B195A6F01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C59FA191-2BED-CEA3-C6C7-A55ECD836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Inhaltsplatzhalter 2">
            <a:extLst>
              <a:ext uri="{FF2B5EF4-FFF2-40B4-BE49-F238E27FC236}">
                <a16:creationId xmlns:a16="http://schemas.microsoft.com/office/drawing/2014/main" id="{3A9478C8-F775-64D5-5DDA-37B26FA5F7CD}"/>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192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955308-405A-E801-1D14-B6C194A853F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5D33A1D-7952-7053-C7F2-8FE7AE09885F}"/>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BF8B6A59-ABC5-7B70-884C-CECFC15FDCA5}"/>
              </a:ext>
            </a:extLst>
          </p:cNvPr>
          <p:cNvSpPr>
            <a:spLocks noGrp="1"/>
          </p:cNvSpPr>
          <p:nvPr>
            <p:ph idx="1"/>
          </p:nvPr>
        </p:nvSpPr>
        <p:spPr/>
        <p:txBody>
          <a:bodyPr vert="horz" lIns="91440" tIns="45720" rIns="91440" bIns="45720" rtlCol="0" anchor="t">
            <a:normAutofit/>
          </a:bodyPr>
          <a:lstStyle/>
          <a:p>
            <a:r>
              <a:rPr lang="de-DE" dirty="0">
                <a:ea typeface="Calibri"/>
                <a:cs typeface="Calibri"/>
              </a:rPr>
              <a:t>Ca</a:t>
            </a:r>
            <a:endParaRPr lang="de-DE" dirty="0"/>
          </a:p>
        </p:txBody>
      </p:sp>
      <p:sp useBgFill="1">
        <p:nvSpPr>
          <p:cNvPr id="5" name="Rectangle 8">
            <a:extLst>
              <a:ext uri="{FF2B5EF4-FFF2-40B4-BE49-F238E27FC236}">
                <a16:creationId xmlns:a16="http://schemas.microsoft.com/office/drawing/2014/main" id="{65417725-2765-1ACA-1890-38CC94B1C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el 1">
            <a:extLst>
              <a:ext uri="{FF2B5EF4-FFF2-40B4-BE49-F238E27FC236}">
                <a16:creationId xmlns:a16="http://schemas.microsoft.com/office/drawing/2014/main" id="{D3FD187C-0E7E-B403-8A8F-D33D51308885}"/>
              </a:ext>
            </a:extLst>
          </p:cNvPr>
          <p:cNvSpPr txBox="1">
            <a:spLocks/>
          </p:cNvSpPr>
          <p:nvPr/>
        </p:nvSpPr>
        <p:spPr>
          <a:xfrm>
            <a:off x="841248" y="256032"/>
            <a:ext cx="10506456" cy="10149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b="1" dirty="0">
                <a:ea typeface="+mj-lt"/>
                <a:cs typeface="+mj-lt"/>
              </a:rPr>
              <a:t>Solution fit</a:t>
            </a:r>
            <a:endParaRPr lang="de-DE" b="1" dirty="0">
              <a:ea typeface="Calibri Light"/>
              <a:cs typeface="Calibri Light"/>
            </a:endParaRPr>
          </a:p>
        </p:txBody>
      </p:sp>
      <p:sp>
        <p:nvSpPr>
          <p:cNvPr id="9" name="Rectangle 10">
            <a:extLst>
              <a:ext uri="{FF2B5EF4-FFF2-40B4-BE49-F238E27FC236}">
                <a16:creationId xmlns:a16="http://schemas.microsoft.com/office/drawing/2014/main" id="{4010073E-736A-789C-0D1B-2C57573DD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2">
            <a:extLst>
              <a:ext uri="{FF2B5EF4-FFF2-40B4-BE49-F238E27FC236}">
                <a16:creationId xmlns:a16="http://schemas.microsoft.com/office/drawing/2014/main" id="{25C913EF-0445-242A-A2CC-4834D86A93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Textfeld 20">
            <a:extLst>
              <a:ext uri="{FF2B5EF4-FFF2-40B4-BE49-F238E27FC236}">
                <a16:creationId xmlns:a16="http://schemas.microsoft.com/office/drawing/2014/main" id="{6E5201EA-B9A8-EA15-7F98-DDF030BA8A87}"/>
              </a:ext>
            </a:extLst>
          </p:cNvPr>
          <p:cNvSpPr txBox="1"/>
          <p:nvPr/>
        </p:nvSpPr>
        <p:spPr>
          <a:xfrm>
            <a:off x="776376" y="2842859"/>
            <a:ext cx="10630829" cy="21390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AutoNum type="arabicParenR"/>
            </a:pPr>
            <a:r>
              <a:rPr lang="de-DE" sz="2000" dirty="0">
                <a:ea typeface="Calibri"/>
                <a:cs typeface="Calibri"/>
              </a:rPr>
              <a:t>The </a:t>
            </a:r>
            <a:r>
              <a:rPr lang="de-DE" sz="2000" dirty="0" err="1">
                <a:ea typeface="Calibri"/>
                <a:cs typeface="Calibri"/>
              </a:rPr>
              <a:t>app</a:t>
            </a:r>
            <a:r>
              <a:rPr lang="de-DE" sz="2000" dirty="0">
                <a:ea typeface="Calibri"/>
                <a:cs typeface="Calibri"/>
              </a:rPr>
              <a:t> will </a:t>
            </a:r>
            <a:r>
              <a:rPr lang="de-DE" sz="2000" dirty="0" err="1">
                <a:ea typeface="Calibri"/>
                <a:cs typeface="Calibri"/>
              </a:rPr>
              <a:t>provide</a:t>
            </a:r>
            <a:r>
              <a:rPr lang="de-DE" sz="2000" dirty="0">
                <a:ea typeface="Calibri"/>
                <a:cs typeface="Calibri"/>
              </a:rPr>
              <a:t> </a:t>
            </a:r>
            <a:r>
              <a:rPr lang="de-DE" sz="2000" dirty="0" err="1">
                <a:ea typeface="Calibri"/>
                <a:cs typeface="Calibri"/>
              </a:rPr>
              <a:t>only</a:t>
            </a:r>
            <a:r>
              <a:rPr lang="de-DE" sz="2000" dirty="0">
                <a:ea typeface="Calibri"/>
                <a:cs typeface="Calibri"/>
              </a:rPr>
              <a:t> an </a:t>
            </a:r>
            <a:r>
              <a:rPr lang="de-DE" sz="2000" dirty="0" err="1">
                <a:ea typeface="Calibri"/>
                <a:cs typeface="Calibri"/>
              </a:rPr>
              <a:t>estimation</a:t>
            </a:r>
            <a:r>
              <a:rPr lang="de-DE" sz="2000" dirty="0">
                <a:ea typeface="Calibri"/>
                <a:cs typeface="Calibri"/>
              </a:rPr>
              <a:t>, not a </a:t>
            </a:r>
            <a:r>
              <a:rPr lang="de-DE" sz="2000" dirty="0" err="1">
                <a:ea typeface="Calibri"/>
                <a:cs typeface="Calibri"/>
              </a:rPr>
              <a:t>defined</a:t>
            </a:r>
            <a:r>
              <a:rPr lang="de-DE" sz="2000" dirty="0">
                <a:ea typeface="Calibri"/>
                <a:cs typeface="Calibri"/>
              </a:rPr>
              <a:t> </a:t>
            </a:r>
            <a:r>
              <a:rPr lang="de-DE" sz="2000" dirty="0" err="1">
                <a:ea typeface="Calibri"/>
                <a:cs typeface="Calibri"/>
              </a:rPr>
              <a:t>or</a:t>
            </a:r>
            <a:r>
              <a:rPr lang="de-DE" sz="2000" dirty="0">
                <a:ea typeface="Calibri"/>
                <a:cs typeface="Calibri"/>
              </a:rPr>
              <a:t> </a:t>
            </a:r>
            <a:r>
              <a:rPr lang="de-DE" sz="2000" dirty="0" err="1">
                <a:ea typeface="Calibri"/>
                <a:cs typeface="Calibri"/>
              </a:rPr>
              <a:t>accurate</a:t>
            </a:r>
            <a:r>
              <a:rPr lang="de-DE" sz="2000" dirty="0">
                <a:ea typeface="Calibri"/>
                <a:cs typeface="Calibri"/>
              </a:rPr>
              <a:t> </a:t>
            </a:r>
            <a:r>
              <a:rPr lang="de-DE" sz="2000" dirty="0" err="1">
                <a:ea typeface="Calibri"/>
                <a:cs typeface="Calibri"/>
              </a:rPr>
              <a:t>tax</a:t>
            </a:r>
            <a:r>
              <a:rPr lang="de-DE" sz="2000" dirty="0">
                <a:ea typeface="Calibri"/>
                <a:cs typeface="Calibri"/>
              </a:rPr>
              <a:t> </a:t>
            </a:r>
            <a:r>
              <a:rPr lang="de-DE" sz="2000" dirty="0" err="1">
                <a:ea typeface="Calibri"/>
                <a:cs typeface="Calibri"/>
              </a:rPr>
              <a:t>amount</a:t>
            </a:r>
            <a:endParaRPr lang="de-DE" sz="2000" dirty="0">
              <a:ea typeface="Calibri"/>
              <a:cs typeface="Calibri"/>
            </a:endParaRPr>
          </a:p>
          <a:p>
            <a:pPr marL="285750" indent="-285750">
              <a:lnSpc>
                <a:spcPct val="90000"/>
              </a:lnSpc>
              <a:spcBef>
                <a:spcPts val="1000"/>
              </a:spcBef>
              <a:buAutoNum type="arabicParenR"/>
            </a:pPr>
            <a:r>
              <a:rPr lang="de-DE" sz="2000" dirty="0">
                <a:ea typeface="Calibri"/>
                <a:cs typeface="Calibri"/>
              </a:rPr>
              <a:t>The </a:t>
            </a:r>
            <a:r>
              <a:rPr lang="de-DE" sz="2000" dirty="0" err="1">
                <a:ea typeface="Calibri"/>
                <a:cs typeface="Calibri"/>
              </a:rPr>
              <a:t>app</a:t>
            </a:r>
            <a:r>
              <a:rPr lang="de-DE" sz="2000" dirty="0">
                <a:ea typeface="Calibri"/>
                <a:cs typeface="Calibri"/>
              </a:rPr>
              <a:t> will not </a:t>
            </a:r>
            <a:r>
              <a:rPr lang="de-DE" sz="2000" dirty="0" err="1">
                <a:ea typeface="Calibri"/>
                <a:cs typeface="Calibri"/>
              </a:rPr>
              <a:t>include</a:t>
            </a:r>
            <a:r>
              <a:rPr lang="de-DE" sz="2000" dirty="0">
                <a:ea typeface="Calibri"/>
                <a:cs typeface="Calibri"/>
              </a:rPr>
              <a:t> </a:t>
            </a:r>
            <a:r>
              <a:rPr lang="de-DE" sz="2000" dirty="0" err="1">
                <a:ea typeface="Calibri"/>
                <a:cs typeface="Calibri"/>
              </a:rPr>
              <a:t>taxation</a:t>
            </a:r>
            <a:r>
              <a:rPr lang="de-DE" sz="2000" dirty="0">
                <a:ea typeface="Calibri"/>
                <a:cs typeface="Calibri"/>
              </a:rPr>
              <a:t> </a:t>
            </a:r>
            <a:r>
              <a:rPr lang="de-DE" sz="2000" dirty="0" err="1">
                <a:ea typeface="Calibri"/>
                <a:cs typeface="Calibri"/>
              </a:rPr>
              <a:t>implications</a:t>
            </a:r>
            <a:r>
              <a:rPr lang="de-DE" sz="2000" dirty="0">
                <a:ea typeface="Calibri"/>
                <a:cs typeface="Calibri"/>
              </a:rPr>
              <a:t> </a:t>
            </a:r>
            <a:r>
              <a:rPr lang="de-DE" sz="2000" dirty="0" err="1">
                <a:ea typeface="Calibri"/>
                <a:cs typeface="Calibri"/>
              </a:rPr>
              <a:t>for</a:t>
            </a:r>
            <a:r>
              <a:rPr lang="de-DE" sz="2000" dirty="0">
                <a:ea typeface="Calibri"/>
                <a:cs typeface="Calibri"/>
              </a:rPr>
              <a:t> </a:t>
            </a:r>
            <a:r>
              <a:rPr lang="de-DE" sz="2000" dirty="0" err="1">
                <a:ea typeface="Calibri"/>
                <a:cs typeface="Calibri"/>
              </a:rPr>
              <a:t>foreigners</a:t>
            </a:r>
            <a:r>
              <a:rPr lang="de-DE" sz="2000" dirty="0">
                <a:ea typeface="Calibri"/>
                <a:cs typeface="Calibri"/>
              </a:rPr>
              <a:t> </a:t>
            </a:r>
            <a:r>
              <a:rPr lang="de-DE" sz="2000" dirty="0" err="1">
                <a:ea typeface="Calibri"/>
                <a:cs typeface="Calibri"/>
              </a:rPr>
              <a:t>or</a:t>
            </a:r>
            <a:r>
              <a:rPr lang="de-DE" sz="2000" dirty="0">
                <a:ea typeface="Calibri"/>
                <a:cs typeface="Calibri"/>
              </a:rPr>
              <a:t> </a:t>
            </a:r>
            <a:r>
              <a:rPr lang="de-DE" sz="2000" dirty="0" err="1">
                <a:ea typeface="Calibri"/>
                <a:cs typeface="Calibri"/>
              </a:rPr>
              <a:t>people</a:t>
            </a:r>
            <a:r>
              <a:rPr lang="de-DE" sz="2000" dirty="0">
                <a:ea typeface="Calibri"/>
                <a:cs typeface="Calibri"/>
              </a:rPr>
              <a:t> </a:t>
            </a:r>
            <a:r>
              <a:rPr lang="de-DE" sz="2000" dirty="0" err="1">
                <a:ea typeface="Calibri"/>
                <a:cs typeface="Calibri"/>
              </a:rPr>
              <a:t>commuting</a:t>
            </a:r>
            <a:r>
              <a:rPr lang="de-DE" sz="2000" dirty="0">
                <a:ea typeface="Calibri"/>
                <a:cs typeface="Calibri"/>
              </a:rPr>
              <a:t> </a:t>
            </a:r>
            <a:r>
              <a:rPr lang="de-DE" sz="2000" dirty="0" err="1">
                <a:ea typeface="Calibri"/>
                <a:cs typeface="Calibri"/>
              </a:rPr>
              <a:t>to</a:t>
            </a:r>
            <a:r>
              <a:rPr lang="de-DE" sz="2000" dirty="0">
                <a:ea typeface="Calibri"/>
                <a:cs typeface="Calibri"/>
              </a:rPr>
              <a:t> </a:t>
            </a:r>
            <a:r>
              <a:rPr lang="de-DE" sz="2000" dirty="0" err="1">
                <a:ea typeface="Calibri"/>
                <a:cs typeface="Calibri"/>
              </a:rPr>
              <a:t>work</a:t>
            </a:r>
            <a:r>
              <a:rPr lang="de-DE" sz="2000" dirty="0">
                <a:ea typeface="Calibri"/>
                <a:cs typeface="Calibri"/>
              </a:rPr>
              <a:t> </a:t>
            </a:r>
            <a:r>
              <a:rPr lang="de-DE" sz="2000" dirty="0" err="1">
                <a:ea typeface="Calibri"/>
                <a:cs typeface="Calibri"/>
              </a:rPr>
              <a:t>from</a:t>
            </a:r>
            <a:r>
              <a:rPr lang="de-DE" sz="2000" dirty="0">
                <a:ea typeface="Calibri"/>
                <a:cs typeface="Calibri"/>
              </a:rPr>
              <a:t> a </a:t>
            </a:r>
            <a:r>
              <a:rPr lang="de-DE" sz="2000" dirty="0" err="1">
                <a:ea typeface="Calibri"/>
                <a:cs typeface="Calibri"/>
              </a:rPr>
              <a:t>neighbouring</a:t>
            </a:r>
            <a:r>
              <a:rPr lang="de-DE" sz="2000" dirty="0">
                <a:ea typeface="Calibri"/>
                <a:cs typeface="Calibri"/>
              </a:rPr>
              <a:t> </a:t>
            </a:r>
            <a:r>
              <a:rPr lang="de-DE" sz="2000" dirty="0" err="1">
                <a:ea typeface="Calibri"/>
                <a:cs typeface="Calibri"/>
              </a:rPr>
              <a:t>country</a:t>
            </a:r>
            <a:r>
              <a:rPr lang="de-DE" sz="2000" dirty="0">
                <a:ea typeface="Calibri"/>
                <a:cs typeface="Calibri"/>
              </a:rPr>
              <a:t> </a:t>
            </a:r>
            <a:r>
              <a:rPr lang="de-DE" sz="2000" dirty="0" err="1">
                <a:ea typeface="Calibri"/>
                <a:cs typeface="Calibri"/>
              </a:rPr>
              <a:t>for</a:t>
            </a:r>
            <a:r>
              <a:rPr lang="de-DE" sz="2000" dirty="0">
                <a:ea typeface="Calibri"/>
                <a:cs typeface="Calibri"/>
              </a:rPr>
              <a:t> </a:t>
            </a:r>
            <a:r>
              <a:rPr lang="de-DE" sz="2000" dirty="0" err="1">
                <a:ea typeface="Calibri"/>
                <a:cs typeface="Calibri"/>
              </a:rPr>
              <a:t>simplicity</a:t>
            </a:r>
            <a:r>
              <a:rPr lang="de-DE" sz="2000" dirty="0">
                <a:ea typeface="Calibri"/>
                <a:cs typeface="Calibri"/>
              </a:rPr>
              <a:t>.</a:t>
            </a:r>
            <a:endParaRPr lang="en-US" sz="2000">
              <a:ea typeface="Calibri"/>
              <a:cs typeface="Calibri"/>
            </a:endParaRPr>
          </a:p>
          <a:p>
            <a:pPr marL="285750" indent="-285750">
              <a:lnSpc>
                <a:spcPct val="90000"/>
              </a:lnSpc>
              <a:spcBef>
                <a:spcPts val="1000"/>
              </a:spcBef>
              <a:buAutoNum type="arabicParenR"/>
            </a:pPr>
            <a:r>
              <a:rPr lang="de-DE" sz="2000" dirty="0">
                <a:ea typeface="Calibri"/>
                <a:cs typeface="Calibri"/>
              </a:rPr>
              <a:t>The </a:t>
            </a:r>
            <a:r>
              <a:rPr lang="de-DE" sz="2000" dirty="0" err="1">
                <a:ea typeface="Calibri"/>
                <a:cs typeface="Calibri"/>
              </a:rPr>
              <a:t>app</a:t>
            </a:r>
            <a:r>
              <a:rPr lang="de-DE" sz="2000" dirty="0">
                <a:ea typeface="Calibri"/>
                <a:cs typeface="Calibri"/>
              </a:rPr>
              <a:t> will not </a:t>
            </a:r>
            <a:r>
              <a:rPr lang="de-DE" sz="2000" dirty="0" err="1">
                <a:ea typeface="Calibri"/>
                <a:cs typeface="Calibri"/>
              </a:rPr>
              <a:t>be</a:t>
            </a:r>
            <a:r>
              <a:rPr lang="de-DE" sz="2000" dirty="0">
                <a:ea typeface="Calibri"/>
                <a:cs typeface="Calibri"/>
              </a:rPr>
              <a:t> </a:t>
            </a:r>
            <a:r>
              <a:rPr lang="de-DE" sz="2000" dirty="0" err="1">
                <a:ea typeface="Calibri"/>
                <a:cs typeface="Calibri"/>
              </a:rPr>
              <a:t>able</a:t>
            </a:r>
            <a:r>
              <a:rPr lang="de-DE" sz="2000" dirty="0">
                <a:ea typeface="Calibri"/>
                <a:cs typeface="Calibri"/>
              </a:rPr>
              <a:t> </a:t>
            </a:r>
            <a:r>
              <a:rPr lang="de-DE" sz="2000" dirty="0" err="1">
                <a:ea typeface="Calibri"/>
                <a:cs typeface="Calibri"/>
              </a:rPr>
              <a:t>to</a:t>
            </a:r>
            <a:r>
              <a:rPr lang="de-DE" sz="2000" dirty="0">
                <a:ea typeface="Calibri"/>
                <a:cs typeface="Calibri"/>
              </a:rPr>
              <a:t> </a:t>
            </a:r>
            <a:r>
              <a:rPr lang="de-DE" sz="2000" dirty="0" err="1">
                <a:ea typeface="Calibri"/>
                <a:cs typeface="Calibri"/>
              </a:rPr>
              <a:t>include</a:t>
            </a:r>
            <a:r>
              <a:rPr lang="de-DE" sz="2000" dirty="0">
                <a:ea typeface="Calibri"/>
                <a:cs typeface="Calibri"/>
              </a:rPr>
              <a:t> all </a:t>
            </a:r>
            <a:r>
              <a:rPr lang="de-DE" sz="2000" dirty="0" err="1">
                <a:ea typeface="Calibri"/>
                <a:cs typeface="Calibri"/>
              </a:rPr>
              <a:t>existing</a:t>
            </a:r>
            <a:r>
              <a:rPr lang="de-DE" sz="2000" dirty="0">
                <a:ea typeface="Calibri"/>
                <a:cs typeface="Calibri"/>
              </a:rPr>
              <a:t> </a:t>
            </a:r>
            <a:r>
              <a:rPr lang="de-DE" sz="2000" dirty="0" err="1">
                <a:ea typeface="Calibri"/>
                <a:cs typeface="Calibri"/>
              </a:rPr>
              <a:t>types</a:t>
            </a:r>
            <a:r>
              <a:rPr lang="de-DE" sz="2000" dirty="0">
                <a:ea typeface="Calibri"/>
                <a:cs typeface="Calibri"/>
              </a:rPr>
              <a:t> </a:t>
            </a:r>
            <a:r>
              <a:rPr lang="de-DE" sz="2000" dirty="0" err="1">
                <a:ea typeface="Calibri"/>
                <a:cs typeface="Calibri"/>
              </a:rPr>
              <a:t>of</a:t>
            </a:r>
            <a:r>
              <a:rPr lang="de-DE" sz="2000" dirty="0">
                <a:ea typeface="Calibri"/>
                <a:cs typeface="Calibri"/>
              </a:rPr>
              <a:t> </a:t>
            </a:r>
            <a:r>
              <a:rPr lang="de-DE" sz="2000" dirty="0" err="1">
                <a:ea typeface="Calibri"/>
                <a:cs typeface="Calibri"/>
              </a:rPr>
              <a:t>tax</a:t>
            </a:r>
            <a:r>
              <a:rPr lang="de-DE" sz="2000" dirty="0">
                <a:ea typeface="Calibri"/>
                <a:cs typeface="Calibri"/>
              </a:rPr>
              <a:t> and will </a:t>
            </a:r>
            <a:r>
              <a:rPr lang="de-DE" sz="2000" dirty="0" err="1">
                <a:ea typeface="Calibri"/>
                <a:cs typeface="Calibri"/>
              </a:rPr>
              <a:t>include</a:t>
            </a:r>
            <a:r>
              <a:rPr lang="de-DE" sz="2000" dirty="0">
                <a:ea typeface="Calibri"/>
                <a:cs typeface="Calibri"/>
              </a:rPr>
              <a:t> </a:t>
            </a:r>
            <a:r>
              <a:rPr lang="de-DE" sz="2000" dirty="0" err="1">
                <a:ea typeface="Calibri"/>
                <a:cs typeface="Calibri"/>
              </a:rPr>
              <a:t>some</a:t>
            </a:r>
            <a:r>
              <a:rPr lang="de-DE" sz="2000" dirty="0">
                <a:ea typeface="Calibri"/>
                <a:cs typeface="Calibri"/>
              </a:rPr>
              <a:t> </a:t>
            </a:r>
            <a:r>
              <a:rPr lang="de-DE" sz="2000" dirty="0" err="1">
                <a:ea typeface="Calibri"/>
                <a:cs typeface="Calibri"/>
              </a:rPr>
              <a:t>averaged</a:t>
            </a:r>
            <a:r>
              <a:rPr lang="de-DE" sz="2000" dirty="0">
                <a:ea typeface="Calibri"/>
                <a:cs typeface="Calibri"/>
              </a:rPr>
              <a:t> out variables in </a:t>
            </a:r>
            <a:r>
              <a:rPr lang="de-DE" sz="2000" dirty="0" err="1">
                <a:ea typeface="Calibri"/>
                <a:cs typeface="Calibri"/>
              </a:rPr>
              <a:t>some</a:t>
            </a:r>
            <a:r>
              <a:rPr lang="de-DE" sz="2000" dirty="0">
                <a:ea typeface="Calibri"/>
                <a:cs typeface="Calibri"/>
              </a:rPr>
              <a:t> </a:t>
            </a:r>
            <a:r>
              <a:rPr lang="de-DE" sz="2000" dirty="0" err="1">
                <a:ea typeface="Calibri"/>
                <a:cs typeface="Calibri"/>
              </a:rPr>
              <a:t>cases</a:t>
            </a:r>
            <a:r>
              <a:rPr lang="de-DE" sz="2000" dirty="0">
                <a:ea typeface="Calibri"/>
                <a:cs typeface="Calibri"/>
              </a:rPr>
              <a:t> </a:t>
            </a:r>
            <a:r>
              <a:rPr lang="de-DE" sz="2000" dirty="0" err="1">
                <a:ea typeface="Calibri"/>
                <a:cs typeface="Calibri"/>
              </a:rPr>
              <a:t>of</a:t>
            </a:r>
            <a:r>
              <a:rPr lang="de-DE" sz="2000" dirty="0">
                <a:ea typeface="Calibri"/>
                <a:cs typeface="Calibri"/>
              </a:rPr>
              <a:t> </a:t>
            </a:r>
            <a:r>
              <a:rPr lang="de-DE" sz="2000" dirty="0" err="1">
                <a:ea typeface="Calibri"/>
                <a:cs typeface="Calibri"/>
              </a:rPr>
              <a:t>tax</a:t>
            </a:r>
            <a:r>
              <a:rPr lang="de-DE" sz="2000" dirty="0">
                <a:ea typeface="Calibri"/>
                <a:cs typeface="Calibri"/>
              </a:rPr>
              <a:t> </a:t>
            </a:r>
            <a:r>
              <a:rPr lang="de-DE" sz="2000" dirty="0" err="1">
                <a:ea typeface="Calibri"/>
                <a:cs typeface="Calibri"/>
              </a:rPr>
              <a:t>calculation</a:t>
            </a:r>
            <a:r>
              <a:rPr lang="de-DE" sz="2000" dirty="0">
                <a:ea typeface="Calibri"/>
                <a:cs typeface="Calibri"/>
              </a:rPr>
              <a:t> (e.g. municipal </a:t>
            </a:r>
            <a:r>
              <a:rPr lang="de-DE" sz="2000" dirty="0" err="1">
                <a:ea typeface="Calibri"/>
                <a:cs typeface="Calibri"/>
              </a:rPr>
              <a:t>tax</a:t>
            </a:r>
            <a:r>
              <a:rPr lang="de-DE" sz="2000" dirty="0">
                <a:ea typeface="Calibri"/>
                <a:cs typeface="Calibri"/>
              </a:rPr>
              <a:t>)</a:t>
            </a:r>
            <a:endParaRPr lang="en-US" sz="2000">
              <a:ea typeface="Calibri"/>
              <a:cs typeface="Calibri"/>
            </a:endParaRPr>
          </a:p>
          <a:p>
            <a:pPr marL="285750" indent="-285750">
              <a:lnSpc>
                <a:spcPct val="90000"/>
              </a:lnSpc>
              <a:spcBef>
                <a:spcPts val="1000"/>
              </a:spcBef>
              <a:buAutoNum type="arabicParenR"/>
            </a:pPr>
            <a:r>
              <a:rPr lang="de-DE" sz="2000" dirty="0">
                <a:ea typeface="Calibri"/>
                <a:cs typeface="Calibri"/>
              </a:rPr>
              <a:t>Wealth </a:t>
            </a:r>
            <a:r>
              <a:rPr lang="de-DE" sz="2000" dirty="0" err="1">
                <a:ea typeface="Calibri"/>
                <a:cs typeface="Calibri"/>
              </a:rPr>
              <a:t>tax</a:t>
            </a:r>
            <a:r>
              <a:rPr lang="de-DE" sz="2000" dirty="0">
                <a:ea typeface="Calibri"/>
                <a:cs typeface="Calibri"/>
              </a:rPr>
              <a:t> </a:t>
            </a:r>
            <a:r>
              <a:rPr lang="de-DE" sz="2000" dirty="0" err="1">
                <a:ea typeface="Calibri"/>
                <a:cs typeface="Calibri"/>
              </a:rPr>
              <a:t>is</a:t>
            </a:r>
            <a:r>
              <a:rPr lang="de-DE" sz="2000" dirty="0">
                <a:ea typeface="Calibri"/>
                <a:cs typeface="Calibri"/>
              </a:rPr>
              <a:t> </a:t>
            </a:r>
            <a:r>
              <a:rPr lang="de-DE" sz="2000" dirty="0" err="1">
                <a:ea typeface="Calibri"/>
                <a:cs typeface="Calibri"/>
              </a:rPr>
              <a:t>complex</a:t>
            </a:r>
            <a:r>
              <a:rPr lang="de-DE" sz="2000" dirty="0">
                <a:ea typeface="Calibri"/>
                <a:cs typeface="Calibri"/>
              </a:rPr>
              <a:t>, </a:t>
            </a:r>
            <a:r>
              <a:rPr lang="de-DE" sz="2000" dirty="0" err="1">
                <a:ea typeface="Calibri"/>
                <a:cs typeface="Calibri"/>
              </a:rPr>
              <a:t>therefore</a:t>
            </a:r>
            <a:r>
              <a:rPr lang="de-DE" sz="2000" dirty="0">
                <a:ea typeface="Calibri"/>
                <a:cs typeface="Calibri"/>
              </a:rPr>
              <a:t> </a:t>
            </a:r>
            <a:r>
              <a:rPr lang="de-DE" sz="2000" dirty="0" err="1">
                <a:ea typeface="Calibri"/>
                <a:cs typeface="Calibri"/>
              </a:rPr>
              <a:t>there</a:t>
            </a:r>
            <a:r>
              <a:rPr lang="de-DE" sz="2000" dirty="0">
                <a:ea typeface="Calibri"/>
                <a:cs typeface="Calibri"/>
              </a:rPr>
              <a:t> </a:t>
            </a:r>
            <a:r>
              <a:rPr lang="de-DE" sz="2000" dirty="0" err="1">
                <a:ea typeface="Calibri"/>
                <a:cs typeface="Calibri"/>
              </a:rPr>
              <a:t>is</a:t>
            </a:r>
            <a:r>
              <a:rPr lang="de-DE" sz="2000" dirty="0">
                <a:ea typeface="Calibri"/>
                <a:cs typeface="Calibri"/>
              </a:rPr>
              <a:t> a </a:t>
            </a:r>
            <a:r>
              <a:rPr lang="de-DE" sz="2000" dirty="0" err="1">
                <a:ea typeface="Calibri"/>
                <a:cs typeface="Calibri"/>
              </a:rPr>
              <a:t>possibility</a:t>
            </a:r>
            <a:r>
              <a:rPr lang="de-DE" sz="2000" dirty="0">
                <a:ea typeface="Calibri"/>
                <a:cs typeface="Calibri"/>
              </a:rPr>
              <a:t> </a:t>
            </a:r>
            <a:r>
              <a:rPr lang="de-DE" sz="2000" dirty="0" err="1">
                <a:ea typeface="Calibri"/>
                <a:cs typeface="Calibri"/>
              </a:rPr>
              <a:t>of</a:t>
            </a:r>
            <a:r>
              <a:rPr lang="de-DE" sz="2000" dirty="0">
                <a:ea typeface="Calibri"/>
                <a:cs typeface="Calibri"/>
              </a:rPr>
              <a:t> </a:t>
            </a:r>
            <a:r>
              <a:rPr lang="de-DE" sz="2000" dirty="0" err="1">
                <a:ea typeface="Calibri"/>
                <a:cs typeface="Calibri"/>
              </a:rPr>
              <a:t>removing</a:t>
            </a:r>
            <a:r>
              <a:rPr lang="de-DE" sz="2000" dirty="0">
                <a:ea typeface="Calibri"/>
                <a:cs typeface="Calibri"/>
              </a:rPr>
              <a:t> </a:t>
            </a:r>
            <a:r>
              <a:rPr lang="de-DE" sz="2000" dirty="0" err="1">
                <a:ea typeface="Calibri"/>
                <a:cs typeface="Calibri"/>
              </a:rPr>
              <a:t>it</a:t>
            </a:r>
            <a:r>
              <a:rPr lang="de-DE" sz="2000" dirty="0">
                <a:ea typeface="Calibri"/>
                <a:cs typeface="Calibri"/>
              </a:rPr>
              <a:t> </a:t>
            </a:r>
            <a:r>
              <a:rPr lang="de-DE" sz="2000" dirty="0" err="1">
                <a:ea typeface="Calibri"/>
                <a:cs typeface="Calibri"/>
              </a:rPr>
              <a:t>from</a:t>
            </a:r>
            <a:r>
              <a:rPr lang="de-DE" sz="2000" dirty="0">
                <a:ea typeface="Calibri"/>
                <a:cs typeface="Calibri"/>
              </a:rPr>
              <a:t> </a:t>
            </a:r>
            <a:r>
              <a:rPr lang="de-DE" sz="2000" dirty="0" err="1">
                <a:ea typeface="Calibri"/>
                <a:cs typeface="Calibri"/>
              </a:rPr>
              <a:t>the</a:t>
            </a:r>
            <a:r>
              <a:rPr lang="de-DE" sz="2000" dirty="0">
                <a:ea typeface="Calibri"/>
                <a:cs typeface="Calibri"/>
              </a:rPr>
              <a:t> </a:t>
            </a:r>
            <a:r>
              <a:rPr lang="de-DE" sz="2000" dirty="0" err="1">
                <a:ea typeface="Calibri"/>
                <a:cs typeface="Calibri"/>
              </a:rPr>
              <a:t>project</a:t>
            </a:r>
            <a:r>
              <a:rPr lang="de-DE" sz="2000" dirty="0">
                <a:ea typeface="Calibri"/>
                <a:cs typeface="Calibri"/>
              </a:rPr>
              <a:t>.</a:t>
            </a:r>
          </a:p>
        </p:txBody>
      </p:sp>
      <p:sp>
        <p:nvSpPr>
          <p:cNvPr id="4" name="Textfeld 3">
            <a:extLst>
              <a:ext uri="{FF2B5EF4-FFF2-40B4-BE49-F238E27FC236}">
                <a16:creationId xmlns:a16="http://schemas.microsoft.com/office/drawing/2014/main" id="{06280575-F2CE-E2BA-C2DD-E17386595CBE}"/>
              </a:ext>
            </a:extLst>
          </p:cNvPr>
          <p:cNvSpPr txBox="1"/>
          <p:nvPr/>
        </p:nvSpPr>
        <p:spPr>
          <a:xfrm>
            <a:off x="790753" y="1980217"/>
            <a:ext cx="10630829" cy="8679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de-DE" sz="2800">
                <a:ea typeface="Calibri"/>
                <a:cs typeface="Calibri"/>
              </a:rPr>
              <a:t>Tax law is complex, therefore several implications and limitations will have to apply. </a:t>
            </a:r>
            <a:endParaRPr lang="de-DE">
              <a:ea typeface="Calibri"/>
              <a:cs typeface="Calibri"/>
            </a:endParaRPr>
          </a:p>
        </p:txBody>
      </p:sp>
    </p:spTree>
    <p:extLst>
      <p:ext uri="{BB962C8B-B14F-4D97-AF65-F5344CB8AC3E}">
        <p14:creationId xmlns:p14="http://schemas.microsoft.com/office/powerpoint/2010/main" val="427159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C00E37-2B64-E936-06CC-86986646A1C0}"/>
              </a:ext>
            </a:extLst>
          </p:cNvPr>
          <p:cNvSpPr>
            <a:spLocks noGrp="1"/>
          </p:cNvSpPr>
          <p:nvPr>
            <p:ph type="title"/>
          </p:nvPr>
        </p:nvSpPr>
        <p:spPr/>
        <p:txBody>
          <a:bodyPr/>
          <a:lstStyle/>
          <a:p>
            <a:r>
              <a:rPr lang="de-DE" b="1" dirty="0" err="1">
                <a:ea typeface="Calibri Light"/>
                <a:cs typeface="Calibri Light"/>
              </a:rPr>
              <a:t>Machine</a:t>
            </a:r>
            <a:r>
              <a:rPr lang="de-DE" b="1" dirty="0">
                <a:ea typeface="Calibri Light"/>
                <a:cs typeface="Calibri Light"/>
              </a:rPr>
              <a:t> Learning Approach</a:t>
            </a:r>
            <a:endParaRPr lang="de-DE" b="1" dirty="0"/>
          </a:p>
        </p:txBody>
      </p:sp>
      <p:sp>
        <p:nvSpPr>
          <p:cNvPr id="3" name="Inhaltsplatzhalter 2">
            <a:extLst>
              <a:ext uri="{FF2B5EF4-FFF2-40B4-BE49-F238E27FC236}">
                <a16:creationId xmlns:a16="http://schemas.microsoft.com/office/drawing/2014/main" id="{9078B3A4-BE07-60ED-70BD-69E45EA84CD6}"/>
              </a:ext>
            </a:extLst>
          </p:cNvPr>
          <p:cNvSpPr>
            <a:spLocks noGrp="1"/>
          </p:cNvSpPr>
          <p:nvPr>
            <p:ph idx="1"/>
          </p:nvPr>
        </p:nvSpPr>
        <p:spPr/>
        <p:txBody>
          <a:bodyPr vert="horz" lIns="91440" tIns="45720" rIns="91440" bIns="45720" rtlCol="0" anchor="t">
            <a:normAutofit/>
          </a:bodyPr>
          <a:lstStyle/>
          <a:p>
            <a:pPr marL="0" indent="0">
              <a:buNone/>
            </a:pPr>
            <a:r>
              <a:rPr lang="de-DE" dirty="0" err="1">
                <a:ea typeface="Calibri"/>
                <a:cs typeface="Calibri"/>
              </a:rPr>
              <a:t>Two</a:t>
            </a:r>
            <a:r>
              <a:rPr lang="de-DE" dirty="0">
                <a:ea typeface="Calibri"/>
                <a:cs typeface="Calibri"/>
              </a:rPr>
              <a:t> </a:t>
            </a:r>
            <a:r>
              <a:rPr lang="de-DE" dirty="0" err="1">
                <a:ea typeface="Calibri"/>
                <a:cs typeface="Calibri"/>
              </a:rPr>
              <a:t>machine</a:t>
            </a:r>
            <a:r>
              <a:rPr lang="de-DE" dirty="0">
                <a:ea typeface="Calibri"/>
                <a:cs typeface="Calibri"/>
              </a:rPr>
              <a:t> </a:t>
            </a:r>
            <a:r>
              <a:rPr lang="de-DE" dirty="0" err="1">
                <a:ea typeface="Calibri"/>
                <a:cs typeface="Calibri"/>
              </a:rPr>
              <a:t>learning</a:t>
            </a:r>
            <a:r>
              <a:rPr lang="de-DE" dirty="0">
                <a:ea typeface="Calibri"/>
                <a:cs typeface="Calibri"/>
              </a:rPr>
              <a:t> </a:t>
            </a:r>
            <a:r>
              <a:rPr lang="de-DE" dirty="0" err="1">
                <a:ea typeface="Calibri"/>
                <a:cs typeface="Calibri"/>
              </a:rPr>
              <a:t>ideas</a:t>
            </a:r>
            <a:r>
              <a:rPr lang="de-DE" dirty="0">
                <a:ea typeface="Calibri"/>
                <a:cs typeface="Calibri"/>
              </a:rPr>
              <a:t> </a:t>
            </a:r>
            <a:r>
              <a:rPr lang="de-DE" dirty="0" err="1">
                <a:ea typeface="Calibri"/>
                <a:cs typeface="Calibri"/>
              </a:rPr>
              <a:t>have</a:t>
            </a:r>
            <a:r>
              <a:rPr lang="de-DE" dirty="0">
                <a:ea typeface="Calibri"/>
                <a:cs typeface="Calibri"/>
              </a:rPr>
              <a:t> </a:t>
            </a:r>
            <a:r>
              <a:rPr lang="de-DE" dirty="0" err="1">
                <a:ea typeface="Calibri"/>
                <a:cs typeface="Calibri"/>
              </a:rPr>
              <a:t>been</a:t>
            </a:r>
            <a:r>
              <a:rPr lang="de-DE" dirty="0">
                <a:ea typeface="Calibri"/>
                <a:cs typeface="Calibri"/>
              </a:rPr>
              <a:t> </a:t>
            </a:r>
            <a:r>
              <a:rPr lang="de-DE" dirty="0" err="1">
                <a:ea typeface="Calibri"/>
                <a:cs typeface="Calibri"/>
              </a:rPr>
              <a:t>developed</a:t>
            </a:r>
            <a:r>
              <a:rPr lang="de-DE" dirty="0">
                <a:ea typeface="Calibri"/>
                <a:cs typeface="Calibri"/>
              </a:rPr>
              <a:t>. </a:t>
            </a:r>
            <a:r>
              <a:rPr lang="de-DE" dirty="0" err="1">
                <a:ea typeface="Calibri"/>
                <a:cs typeface="Calibri"/>
              </a:rPr>
              <a:t>One</a:t>
            </a:r>
            <a:r>
              <a:rPr lang="de-DE" dirty="0">
                <a:ea typeface="Calibri"/>
                <a:cs typeface="Calibri"/>
              </a:rPr>
              <a:t> </a:t>
            </a:r>
            <a:r>
              <a:rPr lang="de-DE" dirty="0" err="1">
                <a:ea typeface="Calibri"/>
                <a:cs typeface="Calibri"/>
              </a:rPr>
              <a:t>of</a:t>
            </a:r>
            <a:r>
              <a:rPr lang="de-DE" dirty="0">
                <a:ea typeface="Calibri"/>
                <a:cs typeface="Calibri"/>
              </a:rPr>
              <a:t> </a:t>
            </a:r>
            <a:r>
              <a:rPr lang="de-DE" dirty="0" err="1">
                <a:ea typeface="Calibri"/>
                <a:cs typeface="Calibri"/>
              </a:rPr>
              <a:t>them</a:t>
            </a:r>
            <a:r>
              <a:rPr lang="de-DE" dirty="0">
                <a:ea typeface="Calibri"/>
                <a:cs typeface="Calibri"/>
              </a:rPr>
              <a:t> will </a:t>
            </a:r>
            <a:r>
              <a:rPr lang="de-DE" dirty="0" err="1">
                <a:ea typeface="Calibri"/>
                <a:cs typeface="Calibri"/>
              </a:rPr>
              <a:t>be</a:t>
            </a:r>
            <a:r>
              <a:rPr lang="de-DE" dirty="0">
                <a:ea typeface="Calibri"/>
                <a:cs typeface="Calibri"/>
              </a:rPr>
              <a:t> </a:t>
            </a:r>
            <a:r>
              <a:rPr lang="de-DE" dirty="0" err="1">
                <a:ea typeface="Calibri"/>
                <a:cs typeface="Calibri"/>
              </a:rPr>
              <a:t>implicated</a:t>
            </a:r>
            <a:r>
              <a:rPr lang="de-DE" dirty="0">
                <a:ea typeface="Calibri"/>
                <a:cs typeface="Calibri"/>
              </a:rPr>
              <a:t> </a:t>
            </a:r>
            <a:r>
              <a:rPr lang="de-DE" dirty="0" err="1">
                <a:ea typeface="Calibri"/>
                <a:cs typeface="Calibri"/>
              </a:rPr>
              <a:t>into</a:t>
            </a:r>
            <a:r>
              <a:rPr lang="de-DE" dirty="0">
                <a:ea typeface="Calibri"/>
                <a:cs typeface="Calibri"/>
              </a:rPr>
              <a:t> </a:t>
            </a:r>
            <a:r>
              <a:rPr lang="de-DE" dirty="0" err="1">
                <a:ea typeface="Calibri"/>
                <a:cs typeface="Calibri"/>
              </a:rPr>
              <a:t>the</a:t>
            </a:r>
            <a:r>
              <a:rPr lang="de-DE" dirty="0">
                <a:ea typeface="Calibri"/>
                <a:cs typeface="Calibri"/>
              </a:rPr>
              <a:t> </a:t>
            </a:r>
            <a:r>
              <a:rPr lang="de-DE" dirty="0" err="1">
                <a:ea typeface="Calibri"/>
                <a:cs typeface="Calibri"/>
              </a:rPr>
              <a:t>project</a:t>
            </a:r>
            <a:r>
              <a:rPr lang="de-DE" dirty="0">
                <a:ea typeface="Calibri"/>
                <a:cs typeface="Calibri"/>
              </a:rPr>
              <a:t>.</a:t>
            </a:r>
          </a:p>
          <a:p>
            <a:pPr marL="0" indent="0">
              <a:buNone/>
            </a:pPr>
            <a:endParaRPr lang="de-DE" dirty="0">
              <a:ea typeface="Calibri"/>
              <a:cs typeface="Calibri"/>
            </a:endParaRPr>
          </a:p>
          <a:p>
            <a:pPr marL="514350" indent="-514350">
              <a:buAutoNum type="arabicParenR"/>
            </a:pPr>
            <a:r>
              <a:rPr lang="de-DE" dirty="0" err="1">
                <a:ea typeface="Calibri"/>
                <a:cs typeface="Calibri"/>
              </a:rPr>
              <a:t>Personalised</a:t>
            </a:r>
            <a:r>
              <a:rPr lang="de-DE" dirty="0">
                <a:ea typeface="Calibri"/>
                <a:cs typeface="Calibri"/>
              </a:rPr>
              <a:t> </a:t>
            </a:r>
            <a:r>
              <a:rPr lang="de-DE" dirty="0" err="1">
                <a:ea typeface="Calibri"/>
                <a:cs typeface="Calibri"/>
              </a:rPr>
              <a:t>deduction</a:t>
            </a:r>
            <a:r>
              <a:rPr lang="de-DE" dirty="0">
                <a:ea typeface="Calibri"/>
                <a:cs typeface="Calibri"/>
              </a:rPr>
              <a:t> </a:t>
            </a:r>
            <a:r>
              <a:rPr lang="de-DE" dirty="0" err="1">
                <a:ea typeface="Calibri"/>
                <a:cs typeface="Calibri"/>
              </a:rPr>
              <a:t>recomendations</a:t>
            </a:r>
          </a:p>
          <a:p>
            <a:pPr marL="514350" indent="-514350">
              <a:buAutoNum type="arabicParenR"/>
            </a:pPr>
            <a:r>
              <a:rPr lang="de-DE" dirty="0">
                <a:ea typeface="Calibri"/>
                <a:cs typeface="Calibri"/>
              </a:rPr>
              <a:t>Quantile </a:t>
            </a:r>
            <a:r>
              <a:rPr lang="de-DE" dirty="0" err="1">
                <a:ea typeface="Calibri"/>
                <a:cs typeface="Calibri"/>
              </a:rPr>
              <a:t>regression</a:t>
            </a:r>
            <a:r>
              <a:rPr lang="de-DE" dirty="0">
                <a:ea typeface="Calibri"/>
                <a:cs typeface="Calibri"/>
              </a:rPr>
              <a:t> </a:t>
            </a:r>
            <a:r>
              <a:rPr lang="de-DE" dirty="0" err="1">
                <a:ea typeface="Calibri"/>
                <a:cs typeface="Calibri"/>
              </a:rPr>
              <a:t>estimation</a:t>
            </a:r>
          </a:p>
          <a:p>
            <a:pPr marL="0" indent="0">
              <a:buNone/>
            </a:pPr>
            <a:endParaRPr lang="de-DE" dirty="0">
              <a:ea typeface="Calibri"/>
              <a:cs typeface="Calibri"/>
            </a:endParaRPr>
          </a:p>
          <a:p>
            <a:pPr marL="514350" indent="-514350">
              <a:buAutoNum type="arabicParenR"/>
            </a:pPr>
            <a:endParaRPr lang="de-DE" dirty="0">
              <a:ea typeface="Calibri"/>
              <a:cs typeface="Calibri"/>
            </a:endParaRPr>
          </a:p>
        </p:txBody>
      </p:sp>
      <p:sp>
        <p:nvSpPr>
          <p:cNvPr id="11" name="Rectangle 12">
            <a:extLst>
              <a:ext uri="{FF2B5EF4-FFF2-40B4-BE49-F238E27FC236}">
                <a16:creationId xmlns:a16="http://schemas.microsoft.com/office/drawing/2014/main" id="{E8BD7209-A4C7-F19B-CDBE-D1E2007A9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0">
            <a:extLst>
              <a:ext uri="{FF2B5EF4-FFF2-40B4-BE49-F238E27FC236}">
                <a16:creationId xmlns:a16="http://schemas.microsoft.com/office/drawing/2014/main" id="{2F6B0BB3-AAB1-8E3B-E29D-9339848FC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301086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068551-B903-7967-9409-68A4A59F083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69416D-831D-8668-3D5B-AB190AF72EB3}"/>
              </a:ext>
            </a:extLst>
          </p:cNvPr>
          <p:cNvSpPr>
            <a:spLocks noGrp="1"/>
          </p:cNvSpPr>
          <p:nvPr>
            <p:ph type="title"/>
          </p:nvPr>
        </p:nvSpPr>
        <p:spPr/>
        <p:txBody>
          <a:bodyPr/>
          <a:lstStyle/>
          <a:p>
            <a:r>
              <a:rPr lang="de-DE" b="1" dirty="0" err="1">
                <a:ea typeface="Calibri Light"/>
                <a:cs typeface="Calibri Light"/>
              </a:rPr>
              <a:t>Personalised</a:t>
            </a:r>
            <a:r>
              <a:rPr lang="de-DE" b="1" dirty="0">
                <a:ea typeface="Calibri Light"/>
                <a:cs typeface="Calibri Light"/>
              </a:rPr>
              <a:t> </a:t>
            </a:r>
            <a:r>
              <a:rPr lang="de-DE" b="1" dirty="0" err="1">
                <a:ea typeface="Calibri Light"/>
                <a:cs typeface="Calibri Light"/>
              </a:rPr>
              <a:t>deduction</a:t>
            </a:r>
            <a:r>
              <a:rPr lang="de-DE" b="1" dirty="0">
                <a:ea typeface="Calibri Light"/>
                <a:cs typeface="Calibri Light"/>
              </a:rPr>
              <a:t> </a:t>
            </a:r>
            <a:r>
              <a:rPr lang="de-DE" b="1" dirty="0" err="1">
                <a:ea typeface="+mj-lt"/>
                <a:cs typeface="+mj-lt"/>
              </a:rPr>
              <a:t>recommendations</a:t>
            </a:r>
            <a:endParaRPr lang="de-DE" b="1" dirty="0" err="1">
              <a:ea typeface="Calibri Light"/>
              <a:cs typeface="Calibri Light"/>
            </a:endParaRPr>
          </a:p>
        </p:txBody>
      </p:sp>
      <p:sp>
        <p:nvSpPr>
          <p:cNvPr id="3" name="Inhaltsplatzhalter 2">
            <a:extLst>
              <a:ext uri="{FF2B5EF4-FFF2-40B4-BE49-F238E27FC236}">
                <a16:creationId xmlns:a16="http://schemas.microsoft.com/office/drawing/2014/main" id="{98CB5E09-523C-9F79-43DD-37813D7418E2}"/>
              </a:ext>
            </a:extLst>
          </p:cNvPr>
          <p:cNvSpPr>
            <a:spLocks noGrp="1"/>
          </p:cNvSpPr>
          <p:nvPr>
            <p:ph idx="1"/>
          </p:nvPr>
        </p:nvSpPr>
        <p:spPr/>
        <p:txBody>
          <a:bodyPr vert="horz" lIns="91440" tIns="45720" rIns="91440" bIns="45720" rtlCol="0" anchor="t">
            <a:normAutofit fontScale="92500" lnSpcReduction="20000"/>
          </a:bodyPr>
          <a:lstStyle/>
          <a:p>
            <a:pPr>
              <a:buNone/>
            </a:pPr>
            <a:r>
              <a:rPr lang="de-DE" b="1" dirty="0">
                <a:ea typeface="+mn-lt"/>
                <a:cs typeface="+mn-lt"/>
              </a:rPr>
              <a:t>Rule-</a:t>
            </a:r>
            <a:r>
              <a:rPr lang="de-DE" b="1" dirty="0" err="1">
                <a:ea typeface="+mn-lt"/>
                <a:cs typeface="+mn-lt"/>
              </a:rPr>
              <a:t>based</a:t>
            </a:r>
            <a:r>
              <a:rPr lang="de-DE" b="1" dirty="0">
                <a:ea typeface="+mn-lt"/>
                <a:cs typeface="+mn-lt"/>
              </a:rPr>
              <a:t> </a:t>
            </a:r>
            <a:r>
              <a:rPr lang="de-DE" b="1" dirty="0" err="1">
                <a:ea typeface="+mn-lt"/>
                <a:cs typeface="+mn-lt"/>
              </a:rPr>
              <a:t>systems</a:t>
            </a:r>
            <a:r>
              <a:rPr lang="de-DE" b="1" dirty="0">
                <a:ea typeface="+mn-lt"/>
                <a:cs typeface="+mn-lt"/>
              </a:rPr>
              <a:t> at simple </a:t>
            </a:r>
            <a:r>
              <a:rPr lang="de-DE" b="1" dirty="0" err="1">
                <a:ea typeface="+mn-lt"/>
                <a:cs typeface="+mn-lt"/>
              </a:rPr>
              <a:t>logic</a:t>
            </a:r>
            <a:r>
              <a:rPr lang="de-DE" b="1" dirty="0">
                <a:ea typeface="+mn-lt"/>
                <a:cs typeface="+mn-lt"/>
              </a:rPr>
              <a:t>:</a:t>
            </a:r>
            <a:endParaRPr lang="de-DE" dirty="0"/>
          </a:p>
          <a:p>
            <a:pPr marL="0" indent="0">
              <a:buNone/>
            </a:pPr>
            <a:r>
              <a:rPr lang="de-DE" dirty="0" err="1">
                <a:ea typeface="+mn-lt"/>
                <a:cs typeface="+mn-lt"/>
              </a:rPr>
              <a:t>If</a:t>
            </a:r>
            <a:r>
              <a:rPr lang="de-DE" dirty="0">
                <a:ea typeface="+mn-lt"/>
                <a:cs typeface="+mn-lt"/>
              </a:rPr>
              <a:t> </a:t>
            </a:r>
            <a:r>
              <a:rPr lang="de-DE" dirty="0" err="1">
                <a:ea typeface="+mn-lt"/>
                <a:cs typeface="+mn-lt"/>
              </a:rPr>
              <a:t>married</a:t>
            </a:r>
            <a:r>
              <a:rPr lang="de-DE" dirty="0">
                <a:ea typeface="+mn-lt"/>
                <a:cs typeface="+mn-lt"/>
              </a:rPr>
              <a:t> → double </a:t>
            </a:r>
            <a:r>
              <a:rPr lang="de-DE" dirty="0" err="1">
                <a:ea typeface="+mn-lt"/>
                <a:cs typeface="+mn-lt"/>
              </a:rPr>
              <a:t>child</a:t>
            </a:r>
            <a:r>
              <a:rPr lang="de-DE" dirty="0">
                <a:ea typeface="+mn-lt"/>
                <a:cs typeface="+mn-lt"/>
              </a:rPr>
              <a:t> </a:t>
            </a:r>
            <a:r>
              <a:rPr lang="de-DE" dirty="0" err="1">
                <a:ea typeface="+mn-lt"/>
                <a:cs typeface="+mn-lt"/>
              </a:rPr>
              <a:t>deduction</a:t>
            </a:r>
            <a:endParaRPr lang="de-DE" dirty="0" err="1">
              <a:ea typeface="Calibri" panose="020F0502020204030204"/>
              <a:cs typeface="Calibri" panose="020F0502020204030204"/>
            </a:endParaRPr>
          </a:p>
          <a:p>
            <a:pPr marL="0" indent="0">
              <a:buNone/>
            </a:pPr>
            <a:r>
              <a:rPr lang="de-DE" dirty="0" err="1">
                <a:ea typeface="+mn-lt"/>
                <a:cs typeface="+mn-lt"/>
              </a:rPr>
              <a:t>If</a:t>
            </a:r>
            <a:r>
              <a:rPr lang="de-DE" dirty="0">
                <a:ea typeface="+mn-lt"/>
                <a:cs typeface="+mn-lt"/>
              </a:rPr>
              <a:t> 3a </a:t>
            </a:r>
            <a:r>
              <a:rPr lang="de-DE" dirty="0" err="1">
                <a:ea typeface="+mn-lt"/>
                <a:cs typeface="+mn-lt"/>
              </a:rPr>
              <a:t>contribution</a:t>
            </a:r>
            <a:r>
              <a:rPr lang="de-DE" dirty="0">
                <a:ea typeface="+mn-lt"/>
                <a:cs typeface="+mn-lt"/>
              </a:rPr>
              <a:t> &gt; CHF 7 056 → </a:t>
            </a:r>
            <a:r>
              <a:rPr lang="de-DE" dirty="0" err="1">
                <a:ea typeface="+mn-lt"/>
                <a:cs typeface="+mn-lt"/>
              </a:rPr>
              <a:t>cap</a:t>
            </a:r>
            <a:r>
              <a:rPr lang="de-DE" dirty="0">
                <a:ea typeface="+mn-lt"/>
                <a:cs typeface="+mn-lt"/>
              </a:rPr>
              <a:t> at </a:t>
            </a:r>
            <a:r>
              <a:rPr lang="de-DE" dirty="0" err="1">
                <a:ea typeface="+mn-lt"/>
                <a:cs typeface="+mn-lt"/>
              </a:rPr>
              <a:t>limit</a:t>
            </a:r>
            <a:endParaRPr lang="de-DE" dirty="0" err="1">
              <a:ea typeface="Calibri" panose="020F0502020204030204"/>
              <a:cs typeface="Calibri" panose="020F0502020204030204"/>
            </a:endParaRPr>
          </a:p>
          <a:p>
            <a:pPr>
              <a:buFont typeface="Arial"/>
              <a:buChar char="•"/>
            </a:pPr>
            <a:endParaRPr lang="de-DE" dirty="0">
              <a:ea typeface="+mn-lt"/>
              <a:cs typeface="+mn-lt"/>
            </a:endParaRPr>
          </a:p>
          <a:p>
            <a:pPr indent="0">
              <a:buNone/>
            </a:pPr>
            <a:r>
              <a:rPr lang="de-DE" i="1" dirty="0">
                <a:ea typeface="+mn-lt"/>
                <a:cs typeface="+mn-lt"/>
              </a:rPr>
              <a:t>                             But </a:t>
            </a:r>
            <a:r>
              <a:rPr lang="de-DE" i="1" dirty="0" err="1">
                <a:ea typeface="+mn-lt"/>
                <a:cs typeface="+mn-lt"/>
              </a:rPr>
              <a:t>they</a:t>
            </a:r>
            <a:r>
              <a:rPr lang="de-DE" i="1" dirty="0">
                <a:ea typeface="+mn-lt"/>
                <a:cs typeface="+mn-lt"/>
              </a:rPr>
              <a:t> </a:t>
            </a:r>
            <a:r>
              <a:rPr lang="de-DE" i="1" dirty="0" err="1">
                <a:ea typeface="+mn-lt"/>
                <a:cs typeface="+mn-lt"/>
              </a:rPr>
              <a:t>can’t</a:t>
            </a:r>
            <a:r>
              <a:rPr lang="de-DE" i="1" dirty="0">
                <a:ea typeface="+mn-lt"/>
                <a:cs typeface="+mn-lt"/>
              </a:rPr>
              <a:t> </a:t>
            </a:r>
            <a:r>
              <a:rPr lang="de-DE" i="1" dirty="0" err="1">
                <a:ea typeface="+mn-lt"/>
                <a:cs typeface="+mn-lt"/>
              </a:rPr>
              <a:t>learn</a:t>
            </a:r>
            <a:r>
              <a:rPr lang="de-DE" i="1" dirty="0">
                <a:ea typeface="+mn-lt"/>
                <a:cs typeface="+mn-lt"/>
              </a:rPr>
              <a:t> </a:t>
            </a:r>
            <a:r>
              <a:rPr lang="de-DE" i="1" dirty="0" err="1">
                <a:ea typeface="+mn-lt"/>
                <a:cs typeface="+mn-lt"/>
              </a:rPr>
              <a:t>patterns</a:t>
            </a:r>
            <a:r>
              <a:rPr lang="de-DE" i="1" dirty="0">
                <a:ea typeface="+mn-lt"/>
                <a:cs typeface="+mn-lt"/>
              </a:rPr>
              <a:t> like:</a:t>
            </a:r>
            <a:endParaRPr lang="de-DE" dirty="0"/>
          </a:p>
          <a:p>
            <a:pPr indent="0">
              <a:buNone/>
            </a:pPr>
            <a:endParaRPr lang="de-DE" i="1" dirty="0">
              <a:ea typeface="+mn-lt"/>
              <a:cs typeface="+mn-lt"/>
            </a:endParaRPr>
          </a:p>
          <a:p>
            <a:pPr marL="0" indent="0">
              <a:buNone/>
            </a:pPr>
            <a:r>
              <a:rPr lang="de-DE" dirty="0">
                <a:ea typeface="+mn-lt"/>
                <a:cs typeface="+mn-lt"/>
              </a:rPr>
              <a:t>High-</a:t>
            </a:r>
            <a:r>
              <a:rPr lang="de-DE" dirty="0" err="1">
                <a:ea typeface="+mn-lt"/>
                <a:cs typeface="+mn-lt"/>
              </a:rPr>
              <a:t>income</a:t>
            </a:r>
            <a:r>
              <a:rPr lang="de-DE" dirty="0">
                <a:ea typeface="+mn-lt"/>
                <a:cs typeface="+mn-lt"/>
              </a:rPr>
              <a:t> </a:t>
            </a:r>
            <a:r>
              <a:rPr lang="de-DE" dirty="0" err="1">
                <a:ea typeface="+mn-lt"/>
                <a:cs typeface="+mn-lt"/>
              </a:rPr>
              <a:t>families</a:t>
            </a:r>
            <a:r>
              <a:rPr lang="de-DE" dirty="0">
                <a:ea typeface="+mn-lt"/>
                <a:cs typeface="+mn-lt"/>
              </a:rPr>
              <a:t> </a:t>
            </a:r>
            <a:r>
              <a:rPr lang="de-DE" dirty="0" err="1">
                <a:ea typeface="+mn-lt"/>
                <a:cs typeface="+mn-lt"/>
              </a:rPr>
              <a:t>benefit</a:t>
            </a:r>
            <a:r>
              <a:rPr lang="de-DE" dirty="0">
                <a:ea typeface="+mn-lt"/>
                <a:cs typeface="+mn-lt"/>
              </a:rPr>
              <a:t> </a:t>
            </a:r>
            <a:r>
              <a:rPr lang="de-DE" dirty="0" err="1">
                <a:ea typeface="+mn-lt"/>
                <a:cs typeface="+mn-lt"/>
              </a:rPr>
              <a:t>more</a:t>
            </a:r>
            <a:r>
              <a:rPr lang="de-DE" dirty="0">
                <a:ea typeface="+mn-lt"/>
                <a:cs typeface="+mn-lt"/>
              </a:rPr>
              <a:t> </a:t>
            </a:r>
            <a:r>
              <a:rPr lang="de-DE" dirty="0" err="1">
                <a:ea typeface="+mn-lt"/>
                <a:cs typeface="+mn-lt"/>
              </a:rPr>
              <a:t>from</a:t>
            </a:r>
            <a:r>
              <a:rPr lang="de-DE" dirty="0">
                <a:ea typeface="+mn-lt"/>
                <a:cs typeface="+mn-lt"/>
              </a:rPr>
              <a:t> 3a + </a:t>
            </a:r>
            <a:r>
              <a:rPr lang="de-DE" dirty="0" err="1">
                <a:ea typeface="+mn-lt"/>
                <a:cs typeface="+mn-lt"/>
              </a:rPr>
              <a:t>childcare</a:t>
            </a:r>
            <a:r>
              <a:rPr lang="de-DE" dirty="0">
                <a:ea typeface="+mn-lt"/>
                <a:cs typeface="+mn-lt"/>
              </a:rPr>
              <a:t> </a:t>
            </a:r>
            <a:r>
              <a:rPr lang="de-DE" dirty="0" err="1">
                <a:ea typeface="+mn-lt"/>
                <a:cs typeface="+mn-lt"/>
              </a:rPr>
              <a:t>than</a:t>
            </a:r>
            <a:r>
              <a:rPr lang="de-DE" dirty="0">
                <a:ea typeface="+mn-lt"/>
                <a:cs typeface="+mn-lt"/>
              </a:rPr>
              <a:t> </a:t>
            </a:r>
            <a:r>
              <a:rPr lang="de-DE" dirty="0" err="1">
                <a:ea typeface="+mn-lt"/>
                <a:cs typeface="+mn-lt"/>
              </a:rPr>
              <a:t>commuting</a:t>
            </a:r>
            <a:r>
              <a:rPr lang="de-DE" dirty="0">
                <a:ea typeface="+mn-lt"/>
                <a:cs typeface="+mn-lt"/>
              </a:rPr>
              <a:t> </a:t>
            </a:r>
            <a:r>
              <a:rPr lang="de-DE" dirty="0" err="1">
                <a:ea typeface="+mn-lt"/>
                <a:cs typeface="+mn-lt"/>
              </a:rPr>
              <a:t>deductions</a:t>
            </a:r>
            <a:endParaRPr lang="de-DE" dirty="0" err="1">
              <a:ea typeface="Calibri" panose="020F0502020204030204"/>
              <a:cs typeface="Calibri" panose="020F0502020204030204"/>
            </a:endParaRPr>
          </a:p>
          <a:p>
            <a:pPr marL="0" indent="0">
              <a:buNone/>
            </a:pPr>
            <a:r>
              <a:rPr lang="de-DE" dirty="0">
                <a:ea typeface="+mn-lt"/>
                <a:cs typeface="+mn-lt"/>
              </a:rPr>
              <a:t>Singles in Zürich </a:t>
            </a:r>
            <a:r>
              <a:rPr lang="de-DE" dirty="0" err="1">
                <a:ea typeface="+mn-lt"/>
                <a:cs typeface="+mn-lt"/>
              </a:rPr>
              <a:t>often</a:t>
            </a:r>
            <a:r>
              <a:rPr lang="de-DE" dirty="0">
                <a:ea typeface="+mn-lt"/>
                <a:cs typeface="+mn-lt"/>
              </a:rPr>
              <a:t> miss </a:t>
            </a:r>
            <a:r>
              <a:rPr lang="de-DE" dirty="0" err="1">
                <a:ea typeface="+mn-lt"/>
                <a:cs typeface="+mn-lt"/>
              </a:rPr>
              <a:t>insurance</a:t>
            </a:r>
            <a:r>
              <a:rPr lang="de-DE" dirty="0">
                <a:ea typeface="+mn-lt"/>
                <a:cs typeface="+mn-lt"/>
              </a:rPr>
              <a:t> premium </a:t>
            </a:r>
            <a:r>
              <a:rPr lang="de-DE" dirty="0" err="1">
                <a:ea typeface="+mn-lt"/>
                <a:cs typeface="+mn-lt"/>
              </a:rPr>
              <a:t>deductions</a:t>
            </a:r>
            <a:endParaRPr lang="de-DE" dirty="0" err="1">
              <a:ea typeface="Calibri" panose="020F0502020204030204"/>
              <a:cs typeface="Calibri" panose="020F0502020204030204"/>
            </a:endParaRPr>
          </a:p>
          <a:p>
            <a:pPr indent="0">
              <a:buNone/>
            </a:pPr>
            <a:r>
              <a:rPr lang="de-DE" b="1" dirty="0">
                <a:ea typeface="+mn-lt"/>
                <a:cs typeface="+mn-lt"/>
              </a:rPr>
              <a:t>→ ML </a:t>
            </a:r>
            <a:r>
              <a:rPr lang="de-DE" b="1" dirty="0" err="1">
                <a:ea typeface="+mn-lt"/>
                <a:cs typeface="+mn-lt"/>
              </a:rPr>
              <a:t>learns</a:t>
            </a:r>
            <a:r>
              <a:rPr lang="de-DE" b="1" dirty="0">
                <a:ea typeface="+mn-lt"/>
                <a:cs typeface="+mn-lt"/>
              </a:rPr>
              <a:t> </a:t>
            </a:r>
            <a:r>
              <a:rPr lang="de-DE" b="1" dirty="0" err="1">
                <a:ea typeface="+mn-lt"/>
                <a:cs typeface="+mn-lt"/>
              </a:rPr>
              <a:t>from</a:t>
            </a:r>
            <a:r>
              <a:rPr lang="de-DE" b="1" dirty="0">
                <a:ea typeface="+mn-lt"/>
                <a:cs typeface="+mn-lt"/>
              </a:rPr>
              <a:t> real </a:t>
            </a:r>
            <a:r>
              <a:rPr lang="de-DE" b="1" dirty="0" err="1">
                <a:ea typeface="+mn-lt"/>
                <a:cs typeface="+mn-lt"/>
              </a:rPr>
              <a:t>data</a:t>
            </a:r>
            <a:r>
              <a:rPr lang="de-DE" b="1" dirty="0">
                <a:ea typeface="+mn-lt"/>
                <a:cs typeface="+mn-lt"/>
              </a:rPr>
              <a:t> </a:t>
            </a:r>
            <a:r>
              <a:rPr lang="de-DE" b="1" dirty="0" err="1">
                <a:ea typeface="+mn-lt"/>
                <a:cs typeface="+mn-lt"/>
              </a:rPr>
              <a:t>to</a:t>
            </a:r>
            <a:r>
              <a:rPr lang="de-DE" b="1" dirty="0">
                <a:ea typeface="+mn-lt"/>
                <a:cs typeface="+mn-lt"/>
              </a:rPr>
              <a:t> </a:t>
            </a:r>
            <a:r>
              <a:rPr lang="de-DE" b="1" dirty="0" err="1">
                <a:ea typeface="+mn-lt"/>
                <a:cs typeface="+mn-lt"/>
              </a:rPr>
              <a:t>predict</a:t>
            </a:r>
            <a:r>
              <a:rPr lang="de-DE" b="1" dirty="0">
                <a:ea typeface="+mn-lt"/>
                <a:cs typeface="+mn-lt"/>
              </a:rPr>
              <a:t> &amp; </a:t>
            </a:r>
            <a:r>
              <a:rPr lang="de-DE" b="1" dirty="0" err="1">
                <a:ea typeface="+mn-lt"/>
                <a:cs typeface="+mn-lt"/>
              </a:rPr>
              <a:t>prioritize</a:t>
            </a:r>
            <a:r>
              <a:rPr lang="de-DE" b="1" dirty="0">
                <a:ea typeface="+mn-lt"/>
                <a:cs typeface="+mn-lt"/>
              </a:rPr>
              <a:t> </a:t>
            </a:r>
            <a:r>
              <a:rPr lang="de-DE" b="1" dirty="0" err="1">
                <a:ea typeface="+mn-lt"/>
                <a:cs typeface="+mn-lt"/>
              </a:rPr>
              <a:t>deductions</a:t>
            </a:r>
            <a:r>
              <a:rPr lang="de-DE" b="1" dirty="0">
                <a:ea typeface="+mn-lt"/>
                <a:cs typeface="+mn-lt"/>
              </a:rPr>
              <a:t> </a:t>
            </a:r>
            <a:r>
              <a:rPr lang="de-DE" b="1" dirty="0" err="1">
                <a:ea typeface="+mn-lt"/>
                <a:cs typeface="+mn-lt"/>
              </a:rPr>
              <a:t>automatically</a:t>
            </a:r>
            <a:endParaRPr lang="de-DE" b="1" dirty="0" err="1">
              <a:ea typeface="Calibri"/>
              <a:cs typeface="Calibri"/>
            </a:endParaRPr>
          </a:p>
          <a:p>
            <a:pPr marL="0" indent="0">
              <a:buNone/>
            </a:pPr>
            <a:endParaRPr lang="de-DE" dirty="0">
              <a:ea typeface="Calibri"/>
              <a:cs typeface="Calibri"/>
            </a:endParaRPr>
          </a:p>
          <a:p>
            <a:pPr marL="514350" indent="-514350">
              <a:buAutoNum type="arabicParenR"/>
            </a:pPr>
            <a:endParaRPr lang="de-DE" dirty="0">
              <a:ea typeface="Calibri"/>
              <a:cs typeface="Calibri"/>
            </a:endParaRPr>
          </a:p>
        </p:txBody>
      </p:sp>
      <p:sp>
        <p:nvSpPr>
          <p:cNvPr id="5" name="Rectangle 12">
            <a:extLst>
              <a:ext uri="{FF2B5EF4-FFF2-40B4-BE49-F238E27FC236}">
                <a16:creationId xmlns:a16="http://schemas.microsoft.com/office/drawing/2014/main" id="{5479F44C-B995-0E4C-632A-396504201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FEB52525-BF8B-CAD6-40CE-4B8A6C8CD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1607912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A3FC77-FF2B-825E-8C91-0550D0210FB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A1F8D91-D00D-8F72-B55F-359060A3F2D3}"/>
              </a:ext>
            </a:extLst>
          </p:cNvPr>
          <p:cNvSpPr>
            <a:spLocks noGrp="1"/>
          </p:cNvSpPr>
          <p:nvPr>
            <p:ph type="title"/>
          </p:nvPr>
        </p:nvSpPr>
        <p:spPr/>
        <p:txBody>
          <a:bodyPr/>
          <a:lstStyle/>
          <a:p>
            <a:r>
              <a:rPr lang="de-DE" b="1" dirty="0" err="1">
                <a:ea typeface="Calibri Light"/>
                <a:cs typeface="Calibri Light"/>
              </a:rPr>
              <a:t>Personalised</a:t>
            </a:r>
            <a:r>
              <a:rPr lang="de-DE" b="1" dirty="0">
                <a:ea typeface="Calibri Light"/>
                <a:cs typeface="Calibri Light"/>
              </a:rPr>
              <a:t> </a:t>
            </a:r>
            <a:r>
              <a:rPr lang="de-DE" b="1" dirty="0" err="1">
                <a:ea typeface="Calibri Light"/>
                <a:cs typeface="Calibri Light"/>
              </a:rPr>
              <a:t>deduction</a:t>
            </a:r>
            <a:r>
              <a:rPr lang="de-DE" b="1" dirty="0">
                <a:ea typeface="Calibri Light"/>
                <a:cs typeface="Calibri Light"/>
              </a:rPr>
              <a:t> </a:t>
            </a:r>
            <a:r>
              <a:rPr lang="de-DE" b="1" dirty="0" err="1">
                <a:ea typeface="Calibri Light"/>
                <a:cs typeface="Calibri Light"/>
              </a:rPr>
              <a:t>recommendations</a:t>
            </a:r>
          </a:p>
        </p:txBody>
      </p:sp>
      <p:sp>
        <p:nvSpPr>
          <p:cNvPr id="3" name="Inhaltsplatzhalter 2">
            <a:extLst>
              <a:ext uri="{FF2B5EF4-FFF2-40B4-BE49-F238E27FC236}">
                <a16:creationId xmlns:a16="http://schemas.microsoft.com/office/drawing/2014/main" id="{3DC955CB-250F-39FF-7B8E-5BEB1D7A6D87}"/>
              </a:ext>
            </a:extLst>
          </p:cNvPr>
          <p:cNvSpPr>
            <a:spLocks noGrp="1"/>
          </p:cNvSpPr>
          <p:nvPr>
            <p:ph idx="1"/>
          </p:nvPr>
        </p:nvSpPr>
        <p:spPr/>
        <p:txBody>
          <a:bodyPr vert="horz" lIns="91440" tIns="45720" rIns="91440" bIns="45720" rtlCol="0" anchor="t">
            <a:normAutofit/>
          </a:bodyPr>
          <a:lstStyle/>
          <a:p>
            <a:pPr>
              <a:buNone/>
            </a:pPr>
            <a:r>
              <a:rPr lang="de-DE" u="sng"/>
              <a:t>Goal:</a:t>
            </a:r>
          </a:p>
          <a:p>
            <a:pPr>
              <a:buNone/>
            </a:pPr>
            <a:r>
              <a:rPr lang="de-DE">
                <a:ea typeface="+mn-lt"/>
                <a:cs typeface="+mn-lt"/>
              </a:rPr>
              <a:t>Predict </a:t>
            </a:r>
            <a:r>
              <a:rPr lang="de-DE" b="1">
                <a:ea typeface="+mn-lt"/>
                <a:cs typeface="+mn-lt"/>
              </a:rPr>
              <a:t>how valuable</a:t>
            </a:r>
            <a:r>
              <a:rPr lang="de-DE">
                <a:ea typeface="+mn-lt"/>
                <a:cs typeface="+mn-lt"/>
              </a:rPr>
              <a:t> each deduction will be for a given user profile — in numbers (e.g., expected tax saving in CHF).</a:t>
            </a:r>
            <a:endParaRPr lang="de-DE"/>
          </a:p>
          <a:p>
            <a:pPr>
              <a:buNone/>
            </a:pPr>
            <a:endParaRPr lang="de-DE" dirty="0"/>
          </a:p>
          <a:p>
            <a:pPr>
              <a:buNone/>
            </a:pPr>
            <a:r>
              <a:rPr lang="de-DE" u="sng"/>
              <a:t>Intuition:</a:t>
            </a:r>
            <a:endParaRPr lang="de-DE" u="sng">
              <a:ea typeface="Calibri"/>
              <a:cs typeface="Calibri"/>
            </a:endParaRPr>
          </a:p>
          <a:p>
            <a:pPr>
              <a:buNone/>
            </a:pPr>
            <a:r>
              <a:rPr lang="de-DE" dirty="0">
                <a:ea typeface="+mn-lt"/>
                <a:cs typeface="+mn-lt"/>
              </a:rPr>
              <a:t>Feed the model many examples of taxpayers and how much they saved </a:t>
            </a:r>
            <a:r>
              <a:rPr lang="de-DE">
                <a:ea typeface="+mn-lt"/>
                <a:cs typeface="+mn-lt"/>
              </a:rPr>
              <a:t>through each deduction.</a:t>
            </a:r>
            <a:br>
              <a:rPr lang="de-DE" dirty="0">
                <a:ea typeface="+mn-lt"/>
                <a:cs typeface="+mn-lt"/>
              </a:rPr>
            </a:br>
            <a:r>
              <a:rPr lang="de-DE">
                <a:ea typeface="+mn-lt"/>
                <a:cs typeface="+mn-lt"/>
              </a:rPr>
              <a:t>The model </a:t>
            </a:r>
            <a:r>
              <a:rPr lang="de-DE" i="1" dirty="0">
                <a:ea typeface="+mn-lt"/>
                <a:cs typeface="+mn-lt"/>
              </a:rPr>
              <a:t>learns the relationships</a:t>
            </a:r>
            <a:r>
              <a:rPr lang="de-DE" dirty="0">
                <a:ea typeface="+mn-lt"/>
                <a:cs typeface="+mn-lt"/>
              </a:rPr>
              <a:t> between the input features and the tax savings.</a:t>
            </a:r>
          </a:p>
          <a:p>
            <a:pPr>
              <a:buNone/>
            </a:pPr>
            <a:endParaRPr lang="de-DE" b="1" dirty="0">
              <a:ea typeface="Calibri"/>
              <a:cs typeface="Calibri"/>
            </a:endParaRPr>
          </a:p>
          <a:p>
            <a:pPr marL="0" indent="0">
              <a:buNone/>
            </a:pPr>
            <a:endParaRPr lang="de-DE" dirty="0">
              <a:ea typeface="Calibri"/>
              <a:cs typeface="Calibri"/>
            </a:endParaRPr>
          </a:p>
          <a:p>
            <a:pPr marL="514350" indent="-514350">
              <a:buAutoNum type="arabicParenR"/>
            </a:pPr>
            <a:endParaRPr lang="de-DE" dirty="0">
              <a:ea typeface="Calibri"/>
              <a:cs typeface="Calibri"/>
            </a:endParaRPr>
          </a:p>
        </p:txBody>
      </p:sp>
      <p:sp>
        <p:nvSpPr>
          <p:cNvPr id="5" name="Rectangle 12">
            <a:extLst>
              <a:ext uri="{FF2B5EF4-FFF2-40B4-BE49-F238E27FC236}">
                <a16:creationId xmlns:a16="http://schemas.microsoft.com/office/drawing/2014/main" id="{471B717D-6A98-5760-010D-D9021CBDD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DDC2139E-9938-787A-DE29-2929238BC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186672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8F33-B3A8-D708-1DEE-EB2FA71A735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CA331C-0360-04F9-0A99-0D303AC0BB22}"/>
              </a:ext>
            </a:extLst>
          </p:cNvPr>
          <p:cNvSpPr>
            <a:spLocks noGrp="1"/>
          </p:cNvSpPr>
          <p:nvPr>
            <p:ph type="title"/>
          </p:nvPr>
        </p:nvSpPr>
        <p:spPr/>
        <p:txBody>
          <a:bodyPr/>
          <a:lstStyle/>
          <a:p>
            <a:r>
              <a:rPr lang="de-DE" b="1" dirty="0" err="1">
                <a:ea typeface="Calibri Light"/>
                <a:cs typeface="Calibri Light"/>
              </a:rPr>
              <a:t>Personalised</a:t>
            </a:r>
            <a:r>
              <a:rPr lang="de-DE" b="1" dirty="0">
                <a:ea typeface="Calibri Light"/>
                <a:cs typeface="Calibri Light"/>
              </a:rPr>
              <a:t> </a:t>
            </a:r>
            <a:r>
              <a:rPr lang="de-DE" b="1" dirty="0" err="1">
                <a:ea typeface="Calibri Light"/>
                <a:cs typeface="Calibri Light"/>
              </a:rPr>
              <a:t>deduction</a:t>
            </a:r>
            <a:r>
              <a:rPr lang="de-DE" b="1" dirty="0">
                <a:ea typeface="Calibri Light"/>
                <a:cs typeface="Calibri Light"/>
              </a:rPr>
              <a:t> </a:t>
            </a:r>
            <a:r>
              <a:rPr lang="de-DE" b="1" dirty="0" err="1">
                <a:ea typeface="Calibri Light"/>
                <a:cs typeface="Calibri Light"/>
              </a:rPr>
              <a:t>recommendations</a:t>
            </a:r>
          </a:p>
        </p:txBody>
      </p:sp>
      <p:sp>
        <p:nvSpPr>
          <p:cNvPr id="3" name="Inhaltsplatzhalter 2">
            <a:extLst>
              <a:ext uri="{FF2B5EF4-FFF2-40B4-BE49-F238E27FC236}">
                <a16:creationId xmlns:a16="http://schemas.microsoft.com/office/drawing/2014/main" id="{AEC9C194-C160-D76D-1BE2-742C668F7D0A}"/>
              </a:ext>
            </a:extLst>
          </p:cNvPr>
          <p:cNvSpPr>
            <a:spLocks noGrp="1"/>
          </p:cNvSpPr>
          <p:nvPr>
            <p:ph idx="1"/>
          </p:nvPr>
        </p:nvSpPr>
        <p:spPr/>
        <p:txBody>
          <a:bodyPr vert="horz" lIns="91440" tIns="45720" rIns="91440" bIns="45720" rtlCol="0" anchor="t">
            <a:normAutofit/>
          </a:bodyPr>
          <a:lstStyle/>
          <a:p>
            <a:pPr>
              <a:buNone/>
            </a:pPr>
            <a:r>
              <a:rPr lang="de-DE" dirty="0">
                <a:ea typeface="+mn-lt"/>
                <a:cs typeface="+mn-lt"/>
              </a:rPr>
              <a:t>The </a:t>
            </a:r>
            <a:r>
              <a:rPr lang="de-DE" dirty="0" err="1">
                <a:ea typeface="+mn-lt"/>
                <a:cs typeface="+mn-lt"/>
              </a:rPr>
              <a:t>model</a:t>
            </a:r>
            <a:r>
              <a:rPr lang="de-DE" dirty="0">
                <a:ea typeface="+mn-lt"/>
                <a:cs typeface="+mn-lt"/>
              </a:rPr>
              <a:t> </a:t>
            </a:r>
            <a:r>
              <a:rPr lang="de-DE" b="1" dirty="0" err="1">
                <a:ea typeface="+mn-lt"/>
                <a:cs typeface="+mn-lt"/>
              </a:rPr>
              <a:t>learns</a:t>
            </a:r>
            <a:r>
              <a:rPr lang="de-DE" b="1" dirty="0">
                <a:ea typeface="+mn-lt"/>
                <a:cs typeface="+mn-lt"/>
              </a:rPr>
              <a:t> </a:t>
            </a:r>
            <a:r>
              <a:rPr lang="de-DE" b="1" dirty="0" err="1">
                <a:ea typeface="+mn-lt"/>
                <a:cs typeface="+mn-lt"/>
              </a:rPr>
              <a:t>patterns</a:t>
            </a:r>
            <a:r>
              <a:rPr lang="de-DE" b="1" dirty="0">
                <a:ea typeface="+mn-lt"/>
                <a:cs typeface="+mn-lt"/>
              </a:rPr>
              <a:t> like:</a:t>
            </a:r>
          </a:p>
          <a:p>
            <a:pPr>
              <a:buFont typeface="Arial"/>
              <a:buChar char="•"/>
            </a:pPr>
            <a:r>
              <a:rPr lang="de-DE" dirty="0">
                <a:ea typeface="+mn-lt"/>
                <a:cs typeface="+mn-lt"/>
              </a:rPr>
              <a:t>Higher </a:t>
            </a:r>
            <a:r>
              <a:rPr lang="de-DE" dirty="0" err="1">
                <a:ea typeface="+mn-lt"/>
                <a:cs typeface="+mn-lt"/>
              </a:rPr>
              <a:t>income</a:t>
            </a:r>
            <a:r>
              <a:rPr lang="de-DE" dirty="0">
                <a:ea typeface="+mn-lt"/>
                <a:cs typeface="+mn-lt"/>
              </a:rPr>
              <a:t> → larger possible </a:t>
            </a:r>
            <a:r>
              <a:rPr lang="de-DE" dirty="0" err="1">
                <a:ea typeface="+mn-lt"/>
                <a:cs typeface="+mn-lt"/>
              </a:rPr>
              <a:t>tax</a:t>
            </a:r>
            <a:r>
              <a:rPr lang="de-DE" dirty="0">
                <a:ea typeface="+mn-lt"/>
                <a:cs typeface="+mn-lt"/>
              </a:rPr>
              <a:t> </a:t>
            </a:r>
            <a:r>
              <a:rPr lang="de-DE" dirty="0" err="1">
                <a:ea typeface="+mn-lt"/>
                <a:cs typeface="+mn-lt"/>
              </a:rPr>
              <a:t>saving</a:t>
            </a:r>
            <a:r>
              <a:rPr lang="de-DE" dirty="0">
                <a:ea typeface="+mn-lt"/>
                <a:cs typeface="+mn-lt"/>
              </a:rPr>
              <a:t> </a:t>
            </a:r>
            <a:r>
              <a:rPr lang="de-DE" dirty="0" err="1">
                <a:ea typeface="+mn-lt"/>
                <a:cs typeface="+mn-lt"/>
              </a:rPr>
              <a:t>from</a:t>
            </a:r>
            <a:r>
              <a:rPr lang="de-DE" dirty="0">
                <a:ea typeface="+mn-lt"/>
                <a:cs typeface="+mn-lt"/>
              </a:rPr>
              <a:t> 3a </a:t>
            </a:r>
            <a:r>
              <a:rPr lang="de-DE" dirty="0" err="1">
                <a:ea typeface="+mn-lt"/>
                <a:cs typeface="+mn-lt"/>
              </a:rPr>
              <a:t>contributions</a:t>
            </a:r>
            <a:r>
              <a:rPr lang="de-DE" dirty="0">
                <a:ea typeface="+mn-lt"/>
                <a:cs typeface="+mn-lt"/>
              </a:rPr>
              <a:t>.</a:t>
            </a:r>
            <a:endParaRPr lang="de-DE" dirty="0"/>
          </a:p>
          <a:p>
            <a:pPr>
              <a:buFont typeface="Arial"/>
              <a:buChar char="•"/>
            </a:pPr>
            <a:r>
              <a:rPr lang="de-DE" dirty="0">
                <a:ea typeface="+mn-lt"/>
                <a:cs typeface="+mn-lt"/>
              </a:rPr>
              <a:t>More </a:t>
            </a:r>
            <a:r>
              <a:rPr lang="de-DE" dirty="0" err="1">
                <a:ea typeface="+mn-lt"/>
                <a:cs typeface="+mn-lt"/>
              </a:rPr>
              <a:t>children</a:t>
            </a:r>
            <a:r>
              <a:rPr lang="de-DE" dirty="0">
                <a:ea typeface="+mn-lt"/>
                <a:cs typeface="+mn-lt"/>
              </a:rPr>
              <a:t> → </a:t>
            </a:r>
            <a:r>
              <a:rPr lang="de-DE" dirty="0" err="1">
                <a:ea typeface="+mn-lt"/>
                <a:cs typeface="+mn-lt"/>
              </a:rPr>
              <a:t>higher</a:t>
            </a:r>
            <a:r>
              <a:rPr lang="de-DE" dirty="0">
                <a:ea typeface="+mn-lt"/>
                <a:cs typeface="+mn-lt"/>
              </a:rPr>
              <a:t> </a:t>
            </a:r>
            <a:r>
              <a:rPr lang="de-DE" dirty="0" err="1">
                <a:ea typeface="+mn-lt"/>
                <a:cs typeface="+mn-lt"/>
              </a:rPr>
              <a:t>childcare</a:t>
            </a:r>
            <a:r>
              <a:rPr lang="de-DE" dirty="0">
                <a:ea typeface="+mn-lt"/>
                <a:cs typeface="+mn-lt"/>
              </a:rPr>
              <a:t> </a:t>
            </a:r>
            <a:r>
              <a:rPr lang="de-DE" dirty="0" err="1">
                <a:ea typeface="+mn-lt"/>
                <a:cs typeface="+mn-lt"/>
              </a:rPr>
              <a:t>deductions</a:t>
            </a:r>
            <a:r>
              <a:rPr lang="de-DE" dirty="0">
                <a:ea typeface="+mn-lt"/>
                <a:cs typeface="+mn-lt"/>
              </a:rPr>
              <a:t>.</a:t>
            </a:r>
            <a:endParaRPr lang="de-DE" dirty="0"/>
          </a:p>
          <a:p>
            <a:pPr>
              <a:buFont typeface="Arial"/>
              <a:buChar char="•"/>
            </a:pPr>
            <a:r>
              <a:rPr lang="de-DE" dirty="0" err="1">
                <a:ea typeface="+mn-lt"/>
                <a:cs typeface="+mn-lt"/>
              </a:rPr>
              <a:t>Canton</a:t>
            </a:r>
            <a:r>
              <a:rPr lang="de-DE" dirty="0">
                <a:ea typeface="+mn-lt"/>
                <a:cs typeface="+mn-lt"/>
              </a:rPr>
              <a:t> </a:t>
            </a:r>
            <a:r>
              <a:rPr lang="de-DE" dirty="0" err="1">
                <a:ea typeface="+mn-lt"/>
                <a:cs typeface="+mn-lt"/>
              </a:rPr>
              <a:t>Zurich</a:t>
            </a:r>
            <a:r>
              <a:rPr lang="de-DE" dirty="0">
                <a:ea typeface="+mn-lt"/>
                <a:cs typeface="+mn-lt"/>
              </a:rPr>
              <a:t> (ZH) </a:t>
            </a:r>
            <a:r>
              <a:rPr lang="de-DE" dirty="0" err="1">
                <a:ea typeface="+mn-lt"/>
                <a:cs typeface="+mn-lt"/>
              </a:rPr>
              <a:t>vs</a:t>
            </a:r>
            <a:r>
              <a:rPr lang="de-DE" dirty="0">
                <a:ea typeface="+mn-lt"/>
                <a:cs typeface="+mn-lt"/>
              </a:rPr>
              <a:t> Geneva (GE) → different </a:t>
            </a:r>
            <a:r>
              <a:rPr lang="de-DE" dirty="0" err="1">
                <a:ea typeface="+mn-lt"/>
                <a:cs typeface="+mn-lt"/>
              </a:rPr>
              <a:t>deduction</a:t>
            </a:r>
            <a:r>
              <a:rPr lang="de-DE" dirty="0">
                <a:ea typeface="+mn-lt"/>
                <a:cs typeface="+mn-lt"/>
              </a:rPr>
              <a:t> </a:t>
            </a:r>
            <a:r>
              <a:rPr lang="de-DE" dirty="0" err="1">
                <a:ea typeface="+mn-lt"/>
                <a:cs typeface="+mn-lt"/>
              </a:rPr>
              <a:t>effects</a:t>
            </a:r>
            <a:r>
              <a:rPr lang="de-DE" dirty="0">
                <a:ea typeface="+mn-lt"/>
                <a:cs typeface="+mn-lt"/>
              </a:rPr>
              <a:t> due </a:t>
            </a:r>
            <a:r>
              <a:rPr lang="de-DE" dirty="0" err="1">
                <a:ea typeface="+mn-lt"/>
                <a:cs typeface="+mn-lt"/>
              </a:rPr>
              <a:t>to</a:t>
            </a:r>
            <a:r>
              <a:rPr lang="de-DE" dirty="0">
                <a:ea typeface="+mn-lt"/>
                <a:cs typeface="+mn-lt"/>
              </a:rPr>
              <a:t> </a:t>
            </a:r>
            <a:r>
              <a:rPr lang="de-DE" dirty="0" err="1">
                <a:ea typeface="+mn-lt"/>
                <a:cs typeface="+mn-lt"/>
              </a:rPr>
              <a:t>cantonal</a:t>
            </a:r>
            <a:r>
              <a:rPr lang="de-DE" dirty="0">
                <a:ea typeface="+mn-lt"/>
                <a:cs typeface="+mn-lt"/>
              </a:rPr>
              <a:t> </a:t>
            </a:r>
            <a:r>
              <a:rPr lang="de-DE" dirty="0" err="1">
                <a:ea typeface="+mn-lt"/>
                <a:cs typeface="+mn-lt"/>
              </a:rPr>
              <a:t>tax</a:t>
            </a:r>
            <a:r>
              <a:rPr lang="de-DE" dirty="0">
                <a:ea typeface="+mn-lt"/>
                <a:cs typeface="+mn-lt"/>
              </a:rPr>
              <a:t> </a:t>
            </a:r>
            <a:r>
              <a:rPr lang="de-DE" dirty="0" err="1">
                <a:ea typeface="+mn-lt"/>
                <a:cs typeface="+mn-lt"/>
              </a:rPr>
              <a:t>rates</a:t>
            </a:r>
            <a:r>
              <a:rPr lang="de-DE" dirty="0">
                <a:ea typeface="+mn-lt"/>
                <a:cs typeface="+mn-lt"/>
              </a:rPr>
              <a:t>.</a:t>
            </a:r>
          </a:p>
          <a:p>
            <a:pPr>
              <a:buFont typeface="Arial"/>
              <a:buChar char="•"/>
            </a:pPr>
            <a:r>
              <a:rPr lang="de-DE" dirty="0" err="1">
                <a:ea typeface="+mn-lt"/>
                <a:cs typeface="+mn-lt"/>
              </a:rPr>
              <a:t>Married</a:t>
            </a:r>
            <a:r>
              <a:rPr lang="de-DE" dirty="0">
                <a:ea typeface="+mn-lt"/>
                <a:cs typeface="+mn-lt"/>
              </a:rPr>
              <a:t> </a:t>
            </a:r>
            <a:r>
              <a:rPr lang="de-DE" dirty="0" err="1">
                <a:ea typeface="+mn-lt"/>
                <a:cs typeface="+mn-lt"/>
              </a:rPr>
              <a:t>couples</a:t>
            </a:r>
            <a:r>
              <a:rPr lang="de-DE" dirty="0">
                <a:ea typeface="+mn-lt"/>
                <a:cs typeface="+mn-lt"/>
              </a:rPr>
              <a:t> → </a:t>
            </a:r>
            <a:r>
              <a:rPr lang="de-DE" dirty="0" err="1">
                <a:ea typeface="+mn-lt"/>
                <a:cs typeface="+mn-lt"/>
              </a:rPr>
              <a:t>combined</a:t>
            </a:r>
            <a:r>
              <a:rPr lang="de-DE" dirty="0">
                <a:ea typeface="+mn-lt"/>
                <a:cs typeface="+mn-lt"/>
              </a:rPr>
              <a:t> </a:t>
            </a:r>
            <a:r>
              <a:rPr lang="de-DE" dirty="0" err="1">
                <a:ea typeface="+mn-lt"/>
                <a:cs typeface="+mn-lt"/>
              </a:rPr>
              <a:t>income</a:t>
            </a:r>
            <a:r>
              <a:rPr lang="de-DE" dirty="0">
                <a:ea typeface="+mn-lt"/>
                <a:cs typeface="+mn-lt"/>
              </a:rPr>
              <a:t> </a:t>
            </a:r>
            <a:r>
              <a:rPr lang="de-DE" dirty="0" err="1">
                <a:ea typeface="+mn-lt"/>
                <a:cs typeface="+mn-lt"/>
              </a:rPr>
              <a:t>affects</a:t>
            </a:r>
            <a:r>
              <a:rPr lang="de-DE" dirty="0">
                <a:ea typeface="+mn-lt"/>
                <a:cs typeface="+mn-lt"/>
              </a:rPr>
              <a:t> </a:t>
            </a:r>
            <a:r>
              <a:rPr lang="de-DE" dirty="0" err="1">
                <a:ea typeface="+mn-lt"/>
                <a:cs typeface="+mn-lt"/>
              </a:rPr>
              <a:t>deduction</a:t>
            </a:r>
            <a:r>
              <a:rPr lang="de-DE" dirty="0">
                <a:ea typeface="+mn-lt"/>
                <a:cs typeface="+mn-lt"/>
              </a:rPr>
              <a:t> </a:t>
            </a:r>
            <a:r>
              <a:rPr lang="de-DE" dirty="0" err="1">
                <a:ea typeface="+mn-lt"/>
                <a:cs typeface="+mn-lt"/>
              </a:rPr>
              <a:t>ceilings</a:t>
            </a:r>
            <a:r>
              <a:rPr lang="de-DE" dirty="0">
                <a:ea typeface="+mn-lt"/>
                <a:cs typeface="+mn-lt"/>
              </a:rPr>
              <a:t>.</a:t>
            </a:r>
          </a:p>
          <a:p>
            <a:pPr marL="0" indent="0">
              <a:buNone/>
            </a:pPr>
            <a:r>
              <a:rPr lang="de-DE" u="sng">
                <a:ea typeface="+mn-lt"/>
                <a:cs typeface="+mn-lt"/>
              </a:rPr>
              <a:t>Goal:</a:t>
            </a:r>
            <a:endParaRPr lang="en-US">
              <a:ea typeface="+mn-lt"/>
              <a:cs typeface="+mn-lt"/>
            </a:endParaRPr>
          </a:p>
          <a:p>
            <a:pPr>
              <a:buFont typeface="Arial"/>
              <a:buChar char="•"/>
            </a:pPr>
            <a:r>
              <a:rPr lang="de-DE" dirty="0" err="1">
                <a:ea typeface="+mn-lt"/>
                <a:cs typeface="+mn-lt"/>
              </a:rPr>
              <a:t>Predict</a:t>
            </a:r>
            <a:r>
              <a:rPr lang="de-DE" dirty="0">
                <a:ea typeface="+mn-lt"/>
                <a:cs typeface="+mn-lt"/>
              </a:rPr>
              <a:t> </a:t>
            </a:r>
            <a:r>
              <a:rPr lang="de-DE" b="1" dirty="0" err="1">
                <a:ea typeface="+mn-lt"/>
                <a:cs typeface="+mn-lt"/>
              </a:rPr>
              <a:t>how</a:t>
            </a:r>
            <a:r>
              <a:rPr lang="de-DE" b="1" dirty="0">
                <a:ea typeface="+mn-lt"/>
                <a:cs typeface="+mn-lt"/>
              </a:rPr>
              <a:t> </a:t>
            </a:r>
            <a:r>
              <a:rPr lang="de-DE" b="1" dirty="0" err="1">
                <a:ea typeface="+mn-lt"/>
                <a:cs typeface="+mn-lt"/>
              </a:rPr>
              <a:t>valuable</a:t>
            </a:r>
            <a:r>
              <a:rPr lang="de-DE" dirty="0">
                <a:ea typeface="+mn-lt"/>
                <a:cs typeface="+mn-lt"/>
              </a:rPr>
              <a:t> </a:t>
            </a:r>
            <a:r>
              <a:rPr lang="de-DE" dirty="0" err="1">
                <a:ea typeface="+mn-lt"/>
                <a:cs typeface="+mn-lt"/>
              </a:rPr>
              <a:t>each</a:t>
            </a:r>
            <a:r>
              <a:rPr lang="de-DE" dirty="0">
                <a:ea typeface="+mn-lt"/>
                <a:cs typeface="+mn-lt"/>
              </a:rPr>
              <a:t> </a:t>
            </a:r>
            <a:r>
              <a:rPr lang="de-DE" dirty="0" err="1">
                <a:ea typeface="+mn-lt"/>
                <a:cs typeface="+mn-lt"/>
              </a:rPr>
              <a:t>deduction</a:t>
            </a:r>
            <a:r>
              <a:rPr lang="de-DE" dirty="0">
                <a:ea typeface="+mn-lt"/>
                <a:cs typeface="+mn-lt"/>
              </a:rPr>
              <a:t> will </a:t>
            </a:r>
            <a:r>
              <a:rPr lang="de-DE" dirty="0" err="1">
                <a:ea typeface="+mn-lt"/>
                <a:cs typeface="+mn-lt"/>
              </a:rPr>
              <a:t>be</a:t>
            </a:r>
            <a:r>
              <a:rPr lang="de-DE" dirty="0">
                <a:ea typeface="+mn-lt"/>
                <a:cs typeface="+mn-lt"/>
              </a:rPr>
              <a:t> </a:t>
            </a:r>
            <a:r>
              <a:rPr lang="de-DE" dirty="0" err="1">
                <a:ea typeface="+mn-lt"/>
                <a:cs typeface="+mn-lt"/>
              </a:rPr>
              <a:t>for</a:t>
            </a:r>
            <a:r>
              <a:rPr lang="de-DE" dirty="0">
                <a:ea typeface="+mn-lt"/>
                <a:cs typeface="+mn-lt"/>
              </a:rPr>
              <a:t> a </a:t>
            </a:r>
            <a:r>
              <a:rPr lang="de-DE" dirty="0" err="1">
                <a:ea typeface="+mn-lt"/>
                <a:cs typeface="+mn-lt"/>
              </a:rPr>
              <a:t>given</a:t>
            </a:r>
            <a:r>
              <a:rPr lang="de-DE" dirty="0">
                <a:ea typeface="+mn-lt"/>
                <a:cs typeface="+mn-lt"/>
              </a:rPr>
              <a:t> </a:t>
            </a:r>
            <a:r>
              <a:rPr lang="de-DE" dirty="0" err="1">
                <a:ea typeface="+mn-lt"/>
                <a:cs typeface="+mn-lt"/>
              </a:rPr>
              <a:t>user</a:t>
            </a:r>
            <a:r>
              <a:rPr lang="de-DE" dirty="0">
                <a:ea typeface="+mn-lt"/>
                <a:cs typeface="+mn-lt"/>
              </a:rPr>
              <a:t> </a:t>
            </a:r>
            <a:r>
              <a:rPr lang="de-DE" dirty="0" err="1">
                <a:ea typeface="+mn-lt"/>
                <a:cs typeface="+mn-lt"/>
              </a:rPr>
              <a:t>profile</a:t>
            </a:r>
            <a:r>
              <a:rPr lang="de-DE" dirty="0">
                <a:ea typeface="+mn-lt"/>
                <a:cs typeface="+mn-lt"/>
              </a:rPr>
              <a:t> in </a:t>
            </a:r>
            <a:r>
              <a:rPr lang="de-DE" dirty="0" err="1">
                <a:ea typeface="+mn-lt"/>
                <a:cs typeface="+mn-lt"/>
              </a:rPr>
              <a:t>numbers</a:t>
            </a:r>
            <a:endParaRPr lang="de-DE" dirty="0" err="1"/>
          </a:p>
          <a:p>
            <a:pPr>
              <a:buNone/>
            </a:pPr>
            <a:endParaRPr lang="de-DE" dirty="0">
              <a:ea typeface="Calibri"/>
              <a:cs typeface="Calibri"/>
            </a:endParaRPr>
          </a:p>
          <a:p>
            <a:pPr>
              <a:buNone/>
            </a:pPr>
            <a:endParaRPr lang="de-DE" b="1" dirty="0">
              <a:ea typeface="Calibri"/>
              <a:cs typeface="Calibri"/>
            </a:endParaRPr>
          </a:p>
          <a:p>
            <a:pPr marL="0" indent="0">
              <a:buNone/>
            </a:pPr>
            <a:endParaRPr lang="de-DE" dirty="0">
              <a:ea typeface="Calibri"/>
              <a:cs typeface="Calibri"/>
            </a:endParaRPr>
          </a:p>
          <a:p>
            <a:pPr marL="514350" indent="-514350">
              <a:buAutoNum type="arabicParenR"/>
            </a:pPr>
            <a:endParaRPr lang="de-DE" dirty="0">
              <a:ea typeface="Calibri"/>
              <a:cs typeface="Calibri"/>
            </a:endParaRPr>
          </a:p>
        </p:txBody>
      </p:sp>
      <p:sp>
        <p:nvSpPr>
          <p:cNvPr id="5" name="Rectangle 12">
            <a:extLst>
              <a:ext uri="{FF2B5EF4-FFF2-40B4-BE49-F238E27FC236}">
                <a16:creationId xmlns:a16="http://schemas.microsoft.com/office/drawing/2014/main" id="{17DB0151-C16B-15B0-F1C4-02A592999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D719BA6A-AD90-A9B1-A027-607E72575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1163050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2DCF1E-AB83-3BE5-8064-8A874FAFF6D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0B9CE54-F9C0-B308-7F63-A055EACBFFA8}"/>
              </a:ext>
            </a:extLst>
          </p:cNvPr>
          <p:cNvSpPr>
            <a:spLocks noGrp="1"/>
          </p:cNvSpPr>
          <p:nvPr>
            <p:ph type="title"/>
          </p:nvPr>
        </p:nvSpPr>
        <p:spPr/>
        <p:txBody>
          <a:bodyPr/>
          <a:lstStyle/>
          <a:p>
            <a:r>
              <a:rPr lang="de-DE" b="1" dirty="0" err="1">
                <a:ea typeface="Calibri Light"/>
                <a:cs typeface="Calibri Light"/>
              </a:rPr>
              <a:t>Personalised</a:t>
            </a:r>
            <a:r>
              <a:rPr lang="de-DE" b="1" dirty="0">
                <a:ea typeface="Calibri Light"/>
                <a:cs typeface="Calibri Light"/>
              </a:rPr>
              <a:t> </a:t>
            </a:r>
            <a:r>
              <a:rPr lang="de-DE" b="1" dirty="0" err="1">
                <a:ea typeface="Calibri Light"/>
                <a:cs typeface="Calibri Light"/>
              </a:rPr>
              <a:t>deduction</a:t>
            </a:r>
            <a:r>
              <a:rPr lang="de-DE" b="1" dirty="0">
                <a:ea typeface="Calibri Light"/>
                <a:cs typeface="Calibri Light"/>
              </a:rPr>
              <a:t> </a:t>
            </a:r>
            <a:r>
              <a:rPr lang="de-DE" b="1" dirty="0" err="1">
                <a:ea typeface="Calibri Light"/>
                <a:cs typeface="Calibri Light"/>
              </a:rPr>
              <a:t>recommendations</a:t>
            </a:r>
          </a:p>
        </p:txBody>
      </p:sp>
      <p:sp>
        <p:nvSpPr>
          <p:cNvPr id="3" name="Inhaltsplatzhalter 2">
            <a:extLst>
              <a:ext uri="{FF2B5EF4-FFF2-40B4-BE49-F238E27FC236}">
                <a16:creationId xmlns:a16="http://schemas.microsoft.com/office/drawing/2014/main" id="{63E95618-6B8A-BE2A-7B93-FB74DB0E58FA}"/>
              </a:ext>
            </a:extLst>
          </p:cNvPr>
          <p:cNvSpPr>
            <a:spLocks noGrp="1"/>
          </p:cNvSpPr>
          <p:nvPr>
            <p:ph idx="1"/>
          </p:nvPr>
        </p:nvSpPr>
        <p:spPr/>
        <p:txBody>
          <a:bodyPr vert="horz" lIns="91440" tIns="45720" rIns="91440" bIns="45720" rtlCol="0" anchor="t">
            <a:normAutofit/>
          </a:bodyPr>
          <a:lstStyle/>
          <a:p>
            <a:pPr>
              <a:buNone/>
            </a:pPr>
            <a:r>
              <a:rPr lang="de-DE" b="1"/>
              <a:t>How it learns (mathematically simplified):</a:t>
            </a:r>
            <a:endParaRPr lang="de-DE"/>
          </a:p>
          <a:p>
            <a:pPr>
              <a:buNone/>
            </a:pPr>
            <a:r>
              <a:rPr lang="de-DE">
                <a:ea typeface="+mn-lt"/>
                <a:cs typeface="+mn-lt"/>
              </a:rPr>
              <a:t>Gradient boosting builds </a:t>
            </a:r>
            <a:r>
              <a:rPr lang="de-DE" b="1">
                <a:ea typeface="+mn-lt"/>
                <a:cs typeface="+mn-lt"/>
              </a:rPr>
              <a:t>many small decision trees</a:t>
            </a:r>
            <a:r>
              <a:rPr lang="de-DE">
                <a:ea typeface="+mn-lt"/>
                <a:cs typeface="+mn-lt"/>
              </a:rPr>
              <a:t> that iteratively fix each other’s errors.</a:t>
            </a:r>
            <a:br>
              <a:rPr lang="de-DE" dirty="0">
                <a:ea typeface="+mn-lt"/>
                <a:cs typeface="+mn-lt"/>
              </a:rPr>
            </a:br>
            <a:r>
              <a:rPr lang="de-DE">
                <a:ea typeface="+mn-lt"/>
                <a:cs typeface="+mn-lt"/>
              </a:rPr>
              <a:t> Each tree learns </a:t>
            </a:r>
            <a:r>
              <a:rPr lang="de-DE" i="1">
                <a:ea typeface="+mn-lt"/>
                <a:cs typeface="+mn-lt"/>
              </a:rPr>
              <a:t>how a small change in features</a:t>
            </a:r>
            <a:r>
              <a:rPr lang="de-DE">
                <a:ea typeface="+mn-lt"/>
                <a:cs typeface="+mn-lt"/>
              </a:rPr>
              <a:t> (e.g., income +10k) affects </a:t>
            </a:r>
            <a:r>
              <a:rPr lang="de-DE" i="1">
                <a:ea typeface="+mn-lt"/>
                <a:cs typeface="+mn-lt"/>
              </a:rPr>
              <a:t>the target output</a:t>
            </a:r>
            <a:r>
              <a:rPr lang="de-DE">
                <a:ea typeface="+mn-lt"/>
                <a:cs typeface="+mn-lt"/>
              </a:rPr>
              <a:t> (e.g., deduction value).</a:t>
            </a:r>
            <a:endParaRPr lang="de-DE"/>
          </a:p>
          <a:p>
            <a:pPr>
              <a:buNone/>
            </a:pPr>
            <a:r>
              <a:rPr lang="de-DE">
                <a:ea typeface="+mn-lt"/>
                <a:cs typeface="+mn-lt"/>
              </a:rPr>
              <a:t>The final model gives you:</a:t>
            </a:r>
            <a:endParaRPr lang="de-DE"/>
          </a:p>
          <a:p>
            <a:pPr>
              <a:buNone/>
            </a:pPr>
            <a:r>
              <a:rPr lang="de-DE">
                <a:ea typeface="+mn-lt"/>
                <a:cs typeface="+mn-lt"/>
              </a:rPr>
              <a:t>f(income,canton,children,…)=expected deduction value (CHF)</a:t>
            </a:r>
          </a:p>
          <a:p>
            <a:pPr>
              <a:buNone/>
            </a:pPr>
            <a:endParaRPr lang="de-DE" b="1" dirty="0">
              <a:ea typeface="Calibri"/>
              <a:cs typeface="Calibri"/>
            </a:endParaRPr>
          </a:p>
          <a:p>
            <a:pPr marL="0" indent="0">
              <a:buNone/>
            </a:pPr>
            <a:endParaRPr lang="de-DE" dirty="0">
              <a:ea typeface="Calibri"/>
              <a:cs typeface="Calibri"/>
            </a:endParaRPr>
          </a:p>
          <a:p>
            <a:pPr marL="514350" indent="-514350">
              <a:buAutoNum type="arabicParenR"/>
            </a:pPr>
            <a:endParaRPr lang="de-DE" dirty="0">
              <a:ea typeface="Calibri"/>
              <a:cs typeface="Calibri"/>
            </a:endParaRPr>
          </a:p>
        </p:txBody>
      </p:sp>
      <p:sp>
        <p:nvSpPr>
          <p:cNvPr id="5" name="Rectangle 12">
            <a:extLst>
              <a:ext uri="{FF2B5EF4-FFF2-40B4-BE49-F238E27FC236}">
                <a16:creationId xmlns:a16="http://schemas.microsoft.com/office/drawing/2014/main" id="{480FE482-5617-D40A-C96E-99CDD713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CA0E919B-58FB-E0EA-534B-F7ACA49FF8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430117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014998-7273-8ACF-3682-21A49B067EE0}"/>
              </a:ext>
            </a:extLst>
          </p:cNvPr>
          <p:cNvSpPr>
            <a:spLocks noGrp="1"/>
          </p:cNvSpPr>
          <p:nvPr>
            <p:ph type="title"/>
          </p:nvPr>
        </p:nvSpPr>
        <p:spPr>
          <a:xfrm>
            <a:off x="761999" y="1141712"/>
            <a:ext cx="10121583" cy="1129537"/>
          </a:xfrm>
        </p:spPr>
        <p:txBody>
          <a:bodyPr vert="horz" lIns="91440" tIns="45720" rIns="91440" bIns="45720" rtlCol="0" anchor="t">
            <a:normAutofit/>
          </a:bodyPr>
          <a:lstStyle/>
          <a:p>
            <a:r>
              <a:rPr lang="en-US" sz="3700" b="1" dirty="0"/>
              <a:t>Personalized</a:t>
            </a:r>
            <a:r>
              <a:rPr lang="en-US" sz="3700" b="1" kern="1200" dirty="0">
                <a:latin typeface="+mj-lt"/>
                <a:ea typeface="+mj-ea"/>
                <a:cs typeface="+mj-cs"/>
              </a:rPr>
              <a:t> deduction </a:t>
            </a:r>
            <a:r>
              <a:rPr lang="en-US" sz="3700" b="1" dirty="0"/>
              <a:t>recommendation</a:t>
            </a:r>
            <a:endParaRPr lang="en-US" sz="3700" kern="1200" dirty="0" err="1">
              <a:latin typeface="+mj-lt"/>
              <a:ea typeface="+mj-ea"/>
              <a:cs typeface="+mj-cs"/>
            </a:endParaRPr>
          </a:p>
        </p:txBody>
      </p:sp>
      <p:cxnSp>
        <p:nvCxnSpPr>
          <p:cNvPr id="15" name="Straight Connector 14">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Inhaltsplatzhalter 9" descr="Ein Bild, das Text, Schrift, Screenshot, Zahl enthält.&#10;&#10;KI-generierte Inhalte können fehlerhaft sein.">
            <a:extLst>
              <a:ext uri="{FF2B5EF4-FFF2-40B4-BE49-F238E27FC236}">
                <a16:creationId xmlns:a16="http://schemas.microsoft.com/office/drawing/2014/main" id="{58E3EDE6-D448-88A2-2E57-C20EAA2EED7E}"/>
              </a:ext>
            </a:extLst>
          </p:cNvPr>
          <p:cNvPicPr>
            <a:picLocks noGrp="1" noChangeAspect="1"/>
          </p:cNvPicPr>
          <p:nvPr>
            <p:ph idx="1"/>
          </p:nvPr>
        </p:nvPicPr>
        <p:blipFill>
          <a:blip r:embed="rId2"/>
          <a:stretch>
            <a:fillRect/>
          </a:stretch>
        </p:blipFill>
        <p:spPr>
          <a:xfrm>
            <a:off x="865139" y="2997736"/>
            <a:ext cx="10478721" cy="1781381"/>
          </a:xfrm>
          <a:prstGeom prst="rect">
            <a:avLst/>
          </a:prstGeom>
        </p:spPr>
      </p:pic>
      <p:cxnSp>
        <p:nvCxnSpPr>
          <p:cNvPr id="17" name="Straight Connector 16">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F076008B-A15D-442E-85B0-8E4BAD6114A5}"/>
              </a:ext>
            </a:extLst>
          </p:cNvPr>
          <p:cNvSpPr txBox="1"/>
          <p:nvPr/>
        </p:nvSpPr>
        <p:spPr>
          <a:xfrm>
            <a:off x="761999" y="5471160"/>
            <a:ext cx="1065275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500">
                <a:ea typeface="+mn-lt"/>
                <a:cs typeface="+mn-lt"/>
              </a:rPr>
              <a:t>This gives a </a:t>
            </a:r>
            <a:r>
              <a:rPr lang="de-DE" sz="2500" b="1">
                <a:ea typeface="+mn-lt"/>
                <a:cs typeface="+mn-lt"/>
              </a:rPr>
              <a:t>numeric estimate</a:t>
            </a:r>
            <a:r>
              <a:rPr lang="de-DE" sz="2500">
                <a:ea typeface="+mn-lt"/>
                <a:cs typeface="+mn-lt"/>
              </a:rPr>
              <a:t> for each deduction’s benefit.</a:t>
            </a:r>
            <a:endParaRPr lang="de-DE" sz="2500"/>
          </a:p>
        </p:txBody>
      </p:sp>
    </p:spTree>
    <p:extLst>
      <p:ext uri="{BB962C8B-B14F-4D97-AF65-F5344CB8AC3E}">
        <p14:creationId xmlns:p14="http://schemas.microsoft.com/office/powerpoint/2010/main" val="2080380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CB572A-E76E-FEE3-8215-D0002A9190D6}"/>
              </a:ext>
            </a:extLst>
          </p:cNvPr>
          <p:cNvSpPr>
            <a:spLocks noGrp="1"/>
          </p:cNvSpPr>
          <p:nvPr>
            <p:ph type="title"/>
          </p:nvPr>
        </p:nvSpPr>
        <p:spPr/>
        <p:txBody>
          <a:bodyPr/>
          <a:lstStyle/>
          <a:p>
            <a:r>
              <a:rPr lang="de-DE">
                <a:ea typeface="Calibri Light"/>
                <a:cs typeface="Calibri Light"/>
              </a:rPr>
              <a:t>Quantile Regression Estimation</a:t>
            </a:r>
          </a:p>
        </p:txBody>
      </p:sp>
      <p:sp>
        <p:nvSpPr>
          <p:cNvPr id="3" name="Inhaltsplatzhalter 2">
            <a:extLst>
              <a:ext uri="{FF2B5EF4-FFF2-40B4-BE49-F238E27FC236}">
                <a16:creationId xmlns:a16="http://schemas.microsoft.com/office/drawing/2014/main" id="{6F861A18-7BE1-99A9-5D48-EC8D8F13FB28}"/>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de-DE" b="1">
                <a:ea typeface="+mn-lt"/>
                <a:cs typeface="+mn-lt"/>
              </a:rPr>
              <a:t>Goal:</a:t>
            </a:r>
            <a:r>
              <a:rPr lang="de-DE">
                <a:ea typeface="+mn-lt"/>
                <a:cs typeface="+mn-lt"/>
              </a:rPr>
              <a:t> Provide </a:t>
            </a:r>
            <a:r>
              <a:rPr lang="de-DE" b="1">
                <a:ea typeface="+mn-lt"/>
                <a:cs typeface="+mn-lt"/>
              </a:rPr>
              <a:t>a range</a:t>
            </a:r>
            <a:r>
              <a:rPr lang="de-DE">
                <a:ea typeface="+mn-lt"/>
                <a:cs typeface="+mn-lt"/>
              </a:rPr>
              <a:t>, not just one number — e.g., “Your tax will be between CHF 21,900–25,200.”</a:t>
            </a:r>
            <a:endParaRPr lang="de-DE"/>
          </a:p>
          <a:p>
            <a:pPr marL="0" indent="0">
              <a:buNone/>
            </a:pPr>
            <a:endParaRPr lang="de-DE" dirty="0">
              <a:ea typeface="Calibri"/>
              <a:cs typeface="Calibri"/>
            </a:endParaRPr>
          </a:p>
          <a:p>
            <a:pPr marL="0" indent="0">
              <a:buNone/>
            </a:pPr>
            <a:r>
              <a:rPr lang="de-DE" dirty="0">
                <a:ea typeface="Calibri"/>
                <a:cs typeface="Calibri"/>
              </a:rPr>
              <a:t>The app will be fed with data that will serve as a base for the quantile regression. In the end, the newly entered data will also be added to the old list in order to improve the outcome. Thus, it will result in a dynamic model, that will give more </a:t>
            </a:r>
            <a:r>
              <a:rPr lang="de-DE">
                <a:ea typeface="Calibri"/>
                <a:cs typeface="Calibri"/>
              </a:rPr>
              <a:t>accurate predictions as the number of users grows.</a:t>
            </a:r>
          </a:p>
          <a:p>
            <a:pPr marL="0" indent="0">
              <a:buNone/>
            </a:pPr>
            <a:endParaRPr lang="de-DE" dirty="0">
              <a:ea typeface="Calibri"/>
              <a:cs typeface="Calibri"/>
            </a:endParaRPr>
          </a:p>
          <a:p>
            <a:pPr marL="0" indent="0">
              <a:buNone/>
            </a:pPr>
            <a:r>
              <a:rPr lang="de-DE" dirty="0">
                <a:ea typeface="Calibri"/>
                <a:cs typeface="Calibri"/>
              </a:rPr>
              <a:t>The regression will estimate the 10%, 50% and 90%, with 50% being the basic </a:t>
            </a:r>
            <a:r>
              <a:rPr lang="de-DE">
                <a:ea typeface="Calibri"/>
                <a:cs typeface="Calibri"/>
              </a:rPr>
              <a:t>calculator's result. </a:t>
            </a:r>
          </a:p>
          <a:p>
            <a:pPr marL="0" indent="0">
              <a:buNone/>
            </a:pPr>
            <a:endParaRPr lang="de-DE" dirty="0">
              <a:ea typeface="Calibri"/>
              <a:cs typeface="Calibri"/>
            </a:endParaRPr>
          </a:p>
          <a:p>
            <a:pPr marL="0" indent="0">
              <a:buNone/>
            </a:pPr>
            <a:r>
              <a:rPr lang="de-DE">
                <a:ea typeface="Calibri"/>
                <a:cs typeface="Calibri"/>
              </a:rPr>
              <a:t>The model is great for dealing with uncertainty by providing dynamic, non-static data.</a:t>
            </a:r>
            <a:endParaRPr lang="de-DE" dirty="0">
              <a:ea typeface="Calibri"/>
              <a:cs typeface="Calibri"/>
            </a:endParaRPr>
          </a:p>
        </p:txBody>
      </p:sp>
      <p:sp>
        <p:nvSpPr>
          <p:cNvPr id="5" name="Rectangle 12">
            <a:extLst>
              <a:ext uri="{FF2B5EF4-FFF2-40B4-BE49-F238E27FC236}">
                <a16:creationId xmlns:a16="http://schemas.microsoft.com/office/drawing/2014/main" id="{B8E8D532-B0BE-812E-F8BF-8CB3B8C7D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F82E95A1-16F2-F8EC-4E86-F5C5E871F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2888707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11F7-1BDA-0BA8-7523-415C1DCA7F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02541F-EC36-B9DC-0627-376E3B8EFA8D}"/>
              </a:ext>
            </a:extLst>
          </p:cNvPr>
          <p:cNvSpPr>
            <a:spLocks noGrp="1"/>
          </p:cNvSpPr>
          <p:nvPr>
            <p:ph type="title"/>
          </p:nvPr>
        </p:nvSpPr>
        <p:spPr/>
        <p:txBody>
          <a:bodyPr/>
          <a:lstStyle/>
          <a:p>
            <a:r>
              <a:rPr lang="de-DE">
                <a:ea typeface="Calibri Light"/>
                <a:cs typeface="Calibri Light"/>
              </a:rPr>
              <a:t>Quantile Regression Estimation</a:t>
            </a:r>
          </a:p>
        </p:txBody>
      </p:sp>
      <p:sp>
        <p:nvSpPr>
          <p:cNvPr id="3" name="Inhaltsplatzhalter 2">
            <a:extLst>
              <a:ext uri="{FF2B5EF4-FFF2-40B4-BE49-F238E27FC236}">
                <a16:creationId xmlns:a16="http://schemas.microsoft.com/office/drawing/2014/main" id="{A7A57CF9-3848-DAE3-5F02-57364349897C}"/>
              </a:ext>
            </a:extLst>
          </p:cNvPr>
          <p:cNvSpPr>
            <a:spLocks noGrp="1"/>
          </p:cNvSpPr>
          <p:nvPr>
            <p:ph idx="1"/>
          </p:nvPr>
        </p:nvSpPr>
        <p:spPr/>
        <p:txBody>
          <a:bodyPr vert="horz" lIns="91440" tIns="45720" rIns="91440" bIns="45720" rtlCol="0" anchor="t">
            <a:normAutofit/>
          </a:bodyPr>
          <a:lstStyle/>
          <a:p>
            <a:pPr marL="0" indent="0">
              <a:buNone/>
            </a:pPr>
            <a:r>
              <a:rPr lang="de-DE" b="1" dirty="0">
                <a:ea typeface="+mn-lt"/>
                <a:cs typeface="+mn-lt"/>
              </a:rPr>
              <a:t>Goal:</a:t>
            </a:r>
            <a:r>
              <a:rPr lang="de-DE" dirty="0">
                <a:ea typeface="+mn-lt"/>
                <a:cs typeface="+mn-lt"/>
              </a:rPr>
              <a:t> </a:t>
            </a:r>
          </a:p>
          <a:p>
            <a:pPr marL="0" indent="0">
              <a:buNone/>
            </a:pPr>
            <a:r>
              <a:rPr lang="de-DE" dirty="0" err="1">
                <a:ea typeface="+mn-lt"/>
                <a:cs typeface="+mn-lt"/>
              </a:rPr>
              <a:t>Provide</a:t>
            </a:r>
            <a:r>
              <a:rPr lang="de-DE" dirty="0">
                <a:ea typeface="+mn-lt"/>
                <a:cs typeface="+mn-lt"/>
              </a:rPr>
              <a:t> </a:t>
            </a:r>
            <a:r>
              <a:rPr lang="de-DE" b="1" dirty="0">
                <a:ea typeface="+mn-lt"/>
                <a:cs typeface="+mn-lt"/>
              </a:rPr>
              <a:t>a </a:t>
            </a:r>
            <a:r>
              <a:rPr lang="de-DE" b="1" dirty="0" err="1">
                <a:ea typeface="+mn-lt"/>
                <a:cs typeface="+mn-lt"/>
              </a:rPr>
              <a:t>range</a:t>
            </a:r>
            <a:r>
              <a:rPr lang="de-DE" dirty="0">
                <a:ea typeface="+mn-lt"/>
                <a:cs typeface="+mn-lt"/>
              </a:rPr>
              <a:t>, not just </a:t>
            </a:r>
            <a:r>
              <a:rPr lang="de-DE" dirty="0" err="1">
                <a:ea typeface="+mn-lt"/>
                <a:cs typeface="+mn-lt"/>
              </a:rPr>
              <a:t>one</a:t>
            </a:r>
            <a:r>
              <a:rPr lang="de-DE" dirty="0">
                <a:ea typeface="+mn-lt"/>
                <a:cs typeface="+mn-lt"/>
              </a:rPr>
              <a:t> </a:t>
            </a:r>
            <a:r>
              <a:rPr lang="de-DE" dirty="0" err="1">
                <a:ea typeface="+mn-lt"/>
                <a:cs typeface="+mn-lt"/>
              </a:rPr>
              <a:t>number</a:t>
            </a:r>
            <a:r>
              <a:rPr lang="de-DE" dirty="0">
                <a:ea typeface="+mn-lt"/>
                <a:cs typeface="+mn-lt"/>
              </a:rPr>
              <a:t> — e.g., “</a:t>
            </a:r>
            <a:r>
              <a:rPr lang="de-DE" dirty="0" err="1">
                <a:ea typeface="+mn-lt"/>
                <a:cs typeface="+mn-lt"/>
              </a:rPr>
              <a:t>Your</a:t>
            </a:r>
            <a:r>
              <a:rPr lang="de-DE" dirty="0">
                <a:ea typeface="+mn-lt"/>
                <a:cs typeface="+mn-lt"/>
              </a:rPr>
              <a:t> </a:t>
            </a:r>
            <a:r>
              <a:rPr lang="de-DE" dirty="0" err="1">
                <a:ea typeface="+mn-lt"/>
                <a:cs typeface="+mn-lt"/>
              </a:rPr>
              <a:t>tax</a:t>
            </a:r>
            <a:r>
              <a:rPr lang="de-DE" dirty="0">
                <a:ea typeface="+mn-lt"/>
                <a:cs typeface="+mn-lt"/>
              </a:rPr>
              <a:t> will </a:t>
            </a:r>
            <a:r>
              <a:rPr lang="de-DE" dirty="0" err="1">
                <a:ea typeface="+mn-lt"/>
                <a:cs typeface="+mn-lt"/>
              </a:rPr>
              <a:t>be</a:t>
            </a:r>
            <a:r>
              <a:rPr lang="de-DE" dirty="0">
                <a:ea typeface="+mn-lt"/>
                <a:cs typeface="+mn-lt"/>
              </a:rPr>
              <a:t> </a:t>
            </a:r>
            <a:r>
              <a:rPr lang="de-DE" dirty="0" err="1">
                <a:ea typeface="+mn-lt"/>
                <a:cs typeface="+mn-lt"/>
              </a:rPr>
              <a:t>between</a:t>
            </a:r>
            <a:r>
              <a:rPr lang="de-DE" dirty="0">
                <a:ea typeface="+mn-lt"/>
                <a:cs typeface="+mn-lt"/>
              </a:rPr>
              <a:t> CHF 21,900–25,200.”</a:t>
            </a:r>
            <a:endParaRPr lang="de-DE">
              <a:ea typeface="Calibri"/>
              <a:cs typeface="Calibri"/>
            </a:endParaRPr>
          </a:p>
          <a:p>
            <a:pPr marL="0" indent="0">
              <a:buNone/>
            </a:pPr>
            <a:endParaRPr lang="de-DE" dirty="0">
              <a:ea typeface="Calibri"/>
              <a:cs typeface="Calibri"/>
            </a:endParaRPr>
          </a:p>
          <a:p>
            <a:pPr marL="0" indent="0">
              <a:buNone/>
            </a:pPr>
            <a:r>
              <a:rPr lang="de-DE" dirty="0">
                <a:ea typeface="Calibri"/>
                <a:cs typeface="Calibri"/>
              </a:rPr>
              <a:t>The </a:t>
            </a:r>
            <a:r>
              <a:rPr lang="de-DE" dirty="0" err="1">
                <a:ea typeface="Calibri"/>
                <a:cs typeface="Calibri"/>
              </a:rPr>
              <a:t>model</a:t>
            </a:r>
            <a:r>
              <a:rPr lang="de-DE" dirty="0">
                <a:ea typeface="Calibri"/>
                <a:cs typeface="Calibri"/>
              </a:rPr>
              <a:t> </a:t>
            </a:r>
            <a:r>
              <a:rPr lang="de-DE" dirty="0" err="1">
                <a:ea typeface="Calibri"/>
                <a:cs typeface="Calibri"/>
              </a:rPr>
              <a:t>deals</a:t>
            </a:r>
            <a:r>
              <a:rPr lang="de-DE" dirty="0">
                <a:ea typeface="Calibri"/>
                <a:cs typeface="Calibri"/>
              </a:rPr>
              <a:t> </a:t>
            </a:r>
            <a:r>
              <a:rPr lang="de-DE" dirty="0" err="1">
                <a:ea typeface="Calibri"/>
                <a:cs typeface="Calibri"/>
              </a:rPr>
              <a:t>with</a:t>
            </a:r>
            <a:r>
              <a:rPr lang="de-DE" dirty="0">
                <a:ea typeface="Calibri"/>
                <a:cs typeface="Calibri"/>
              </a:rPr>
              <a:t> </a:t>
            </a:r>
            <a:r>
              <a:rPr lang="de-DE" dirty="0" err="1">
                <a:ea typeface="Calibri"/>
                <a:cs typeface="Calibri"/>
              </a:rPr>
              <a:t>uncertainty</a:t>
            </a:r>
            <a:r>
              <a:rPr lang="de-DE" dirty="0">
                <a:ea typeface="Calibri"/>
                <a:cs typeface="Calibri"/>
              </a:rPr>
              <a:t> </a:t>
            </a:r>
            <a:r>
              <a:rPr lang="de-DE" dirty="0" err="1">
                <a:ea typeface="Calibri"/>
                <a:cs typeface="Calibri"/>
              </a:rPr>
              <a:t>by</a:t>
            </a:r>
            <a:r>
              <a:rPr lang="de-DE" dirty="0">
                <a:ea typeface="Calibri"/>
                <a:cs typeface="Calibri"/>
              </a:rPr>
              <a:t> </a:t>
            </a:r>
            <a:r>
              <a:rPr lang="de-DE" dirty="0" err="1">
                <a:ea typeface="Calibri"/>
                <a:cs typeface="Calibri"/>
              </a:rPr>
              <a:t>providing</a:t>
            </a:r>
            <a:r>
              <a:rPr lang="de-DE" dirty="0">
                <a:ea typeface="Calibri"/>
                <a:cs typeface="Calibri"/>
              </a:rPr>
              <a:t> </a:t>
            </a:r>
            <a:r>
              <a:rPr lang="de-DE" dirty="0" err="1">
                <a:ea typeface="Calibri"/>
                <a:cs typeface="Calibri"/>
              </a:rPr>
              <a:t>dynamic</a:t>
            </a:r>
            <a:r>
              <a:rPr lang="de-DE" dirty="0">
                <a:ea typeface="Calibri"/>
                <a:cs typeface="Calibri"/>
              </a:rPr>
              <a:t>, non-</a:t>
            </a:r>
            <a:r>
              <a:rPr lang="de-DE" dirty="0" err="1">
                <a:ea typeface="Calibri"/>
                <a:cs typeface="Calibri"/>
              </a:rPr>
              <a:t>static</a:t>
            </a:r>
            <a:r>
              <a:rPr lang="de-DE" dirty="0">
                <a:ea typeface="Calibri"/>
                <a:cs typeface="Calibri"/>
              </a:rPr>
              <a:t> </a:t>
            </a:r>
            <a:r>
              <a:rPr lang="de-DE" dirty="0" err="1">
                <a:ea typeface="Calibri"/>
                <a:cs typeface="Calibri"/>
              </a:rPr>
              <a:t>data</a:t>
            </a:r>
            <a:r>
              <a:rPr lang="de-DE" dirty="0">
                <a:ea typeface="Calibri"/>
                <a:cs typeface="Calibri"/>
              </a:rPr>
              <a:t>.</a:t>
            </a:r>
          </a:p>
        </p:txBody>
      </p:sp>
      <p:sp>
        <p:nvSpPr>
          <p:cNvPr id="5" name="Rectangle 12">
            <a:extLst>
              <a:ext uri="{FF2B5EF4-FFF2-40B4-BE49-F238E27FC236}">
                <a16:creationId xmlns:a16="http://schemas.microsoft.com/office/drawing/2014/main" id="{DB4B7174-DCB4-D3FF-3332-4E965EA6A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060CBBFF-55B9-C50B-0A31-3C8EA1225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1364278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0993D1-EB8B-B17D-B805-1F9D264B0A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6CABDC-E7BA-29B7-4C2C-E3935A109F15}"/>
              </a:ext>
            </a:extLst>
          </p:cNvPr>
          <p:cNvSpPr>
            <a:spLocks noGrp="1"/>
          </p:cNvSpPr>
          <p:nvPr>
            <p:ph type="title"/>
          </p:nvPr>
        </p:nvSpPr>
        <p:spPr/>
        <p:txBody>
          <a:bodyPr/>
          <a:lstStyle/>
          <a:p>
            <a:r>
              <a:rPr lang="de-DE">
                <a:ea typeface="Calibri Light"/>
                <a:cs typeface="Calibri Light"/>
              </a:rPr>
              <a:t>Quantile Regression Estimation</a:t>
            </a:r>
          </a:p>
        </p:txBody>
      </p:sp>
      <p:sp>
        <p:nvSpPr>
          <p:cNvPr id="5" name="Rectangle 12">
            <a:extLst>
              <a:ext uri="{FF2B5EF4-FFF2-40B4-BE49-F238E27FC236}">
                <a16:creationId xmlns:a16="http://schemas.microsoft.com/office/drawing/2014/main" id="{AEB3113D-21FF-34F2-0EFC-64F6D72F9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36C7ADEF-45E9-3479-80F2-63CA58C2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0" name="Inhaltsplatzhalter 9">
            <a:extLst>
              <a:ext uri="{FF2B5EF4-FFF2-40B4-BE49-F238E27FC236}">
                <a16:creationId xmlns:a16="http://schemas.microsoft.com/office/drawing/2014/main" id="{91491406-3AF5-904C-FA07-75CC225AABBD}"/>
              </a:ext>
            </a:extLst>
          </p:cNvPr>
          <p:cNvGraphicFramePr>
            <a:graphicFrameLocks noGrp="1"/>
          </p:cNvGraphicFramePr>
          <p:nvPr>
            <p:ph idx="1"/>
            <p:extLst>
              <p:ext uri="{D42A27DB-BD31-4B8C-83A1-F6EECF244321}">
                <p14:modId xmlns:p14="http://schemas.microsoft.com/office/powerpoint/2010/main" val="20808412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5789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CE35CF-5937-5176-A543-89EC01D6316A}"/>
              </a:ext>
            </a:extLst>
          </p:cNvPr>
          <p:cNvSpPr>
            <a:spLocks noGrp="1"/>
          </p:cNvSpPr>
          <p:nvPr>
            <p:ph type="title"/>
          </p:nvPr>
        </p:nvSpPr>
        <p:spPr/>
        <p:txBody>
          <a:bodyPr/>
          <a:lstStyle/>
          <a:p>
            <a:r>
              <a:rPr lang="de-DE">
                <a:ea typeface="Calibri Light"/>
                <a:cs typeface="Calibri Light"/>
              </a:rPr>
              <a:t>Visualisation</a:t>
            </a:r>
            <a:endParaRPr lang="de-DE" dirty="0"/>
          </a:p>
        </p:txBody>
      </p:sp>
      <p:sp>
        <p:nvSpPr>
          <p:cNvPr id="3" name="Inhaltsplatzhalter 2">
            <a:extLst>
              <a:ext uri="{FF2B5EF4-FFF2-40B4-BE49-F238E27FC236}">
                <a16:creationId xmlns:a16="http://schemas.microsoft.com/office/drawing/2014/main" id="{EA2B2970-1C3B-7806-F0D1-617CE2E8A831}"/>
              </a:ext>
            </a:extLst>
          </p:cNvPr>
          <p:cNvSpPr>
            <a:spLocks noGrp="1"/>
          </p:cNvSpPr>
          <p:nvPr>
            <p:ph idx="1"/>
          </p:nvPr>
        </p:nvSpPr>
        <p:spPr/>
        <p:txBody>
          <a:bodyPr vert="horz" lIns="91440" tIns="45720" rIns="91440" bIns="45720" rtlCol="0" anchor="t">
            <a:normAutofit/>
          </a:bodyPr>
          <a:lstStyle/>
          <a:p>
            <a:r>
              <a:rPr lang="de-DE" dirty="0">
                <a:ea typeface="Calibri"/>
                <a:cs typeface="Calibri"/>
              </a:rPr>
              <a:t>Pie-chart of Income tax: showcase the taxable income in different categories and visualize the %.</a:t>
            </a:r>
          </a:p>
          <a:p>
            <a:r>
              <a:rPr lang="de-DE" dirty="0">
                <a:ea typeface="Calibri"/>
                <a:cs typeface="Calibri"/>
              </a:rPr>
              <a:t>Pie-chart: taxable income vs remaining income</a:t>
            </a:r>
          </a:p>
        </p:txBody>
      </p:sp>
      <p:sp>
        <p:nvSpPr>
          <p:cNvPr id="5" name="Rectangle 12">
            <a:extLst>
              <a:ext uri="{FF2B5EF4-FFF2-40B4-BE49-F238E27FC236}">
                <a16:creationId xmlns:a16="http://schemas.microsoft.com/office/drawing/2014/main" id="{B087EC36-2062-BE4A-BF52-1899A969F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10">
            <a:extLst>
              <a:ext uri="{FF2B5EF4-FFF2-40B4-BE49-F238E27FC236}">
                <a16:creationId xmlns:a16="http://schemas.microsoft.com/office/drawing/2014/main" id="{E740F356-7C8E-D5C5-B4DB-675CF815F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1522180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0</Notes>
  <HiddenSlides>8</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TAX  ESTIMATOR APP</vt:lpstr>
      <vt:lpstr>Problem fit</vt:lpstr>
      <vt:lpstr>PowerPoint Presentation</vt:lpstr>
      <vt:lpstr>Main Feature: Tax Calculator</vt:lpstr>
      <vt:lpstr>Data Input</vt:lpstr>
      <vt:lpstr>PowerPoint Presentation</vt:lpstr>
      <vt:lpstr>Machine Learning Approach</vt:lpstr>
      <vt:lpstr>Personalised deduction recommendations</vt:lpstr>
      <vt:lpstr>Personalised deduction recommendations</vt:lpstr>
      <vt:lpstr>Personalised deduction recommendations</vt:lpstr>
      <vt:lpstr>Personalised deduction recommendations</vt:lpstr>
      <vt:lpstr>Personalized deduction recommendation</vt:lpstr>
      <vt:lpstr>Quantile Regression Estimation</vt:lpstr>
      <vt:lpstr>Quantile Regression Estimation</vt:lpstr>
      <vt:lpstr>Quantile Regression Estimation</vt:lpstr>
      <vt:lpstr>Visualisation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Linda Kueng</dc:creator>
  <cp:lastModifiedBy>Linda Kueng</cp:lastModifiedBy>
  <cp:revision>702</cp:revision>
  <dcterms:created xsi:type="dcterms:W3CDTF">2025-10-19T18:18:42Z</dcterms:created>
  <dcterms:modified xsi:type="dcterms:W3CDTF">2025-10-23T19:13:57Z</dcterms:modified>
</cp:coreProperties>
</file>